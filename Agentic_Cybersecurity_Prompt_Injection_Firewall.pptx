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9" r:id="rId7"/>
    <p:sldId id="272" r:id="rId8"/>
    <p:sldId id="271" r:id="rId9"/>
    <p:sldId id="261" r:id="rId10"/>
    <p:sldId id="262" r:id="rId11"/>
    <p:sldId id="273" r:id="rId12"/>
    <p:sldId id="263" r:id="rId13"/>
    <p:sldId id="278" r:id="rId14"/>
    <p:sldId id="291" r:id="rId15"/>
    <p:sldId id="286" r:id="rId16"/>
    <p:sldId id="279" r:id="rId17"/>
    <p:sldId id="288" r:id="rId18"/>
    <p:sldId id="280" r:id="rId19"/>
    <p:sldId id="289" r:id="rId20"/>
    <p:sldId id="281" r:id="rId21"/>
    <p:sldId id="290" r:id="rId22"/>
    <p:sldId id="264" r:id="rId23"/>
    <p:sldId id="265" r:id="rId24"/>
    <p:sldId id="266" r:id="rId25"/>
    <p:sldId id="274" r:id="rId26"/>
    <p:sldId id="275" r:id="rId27"/>
    <p:sldId id="276" r:id="rId28"/>
    <p:sldId id="277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5" dt="2026-10-02T12:23:06.464"/>
    <p1510:client id="{87B404D8-6BDD-A2B6-9262-04AED46FA824}" v="1680" dt="2026-10-04T12:16:40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BF7C63-F4DC-40B0-94A4-C1A4B9EC787C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1E5C5D6-D733-40CA-A633-0E67485EAEDA}">
      <dgm:prSet/>
      <dgm:spPr/>
      <dgm:t>
        <a:bodyPr/>
        <a:lstStyle/>
        <a:p>
          <a:r>
            <a:rPr lang="en-US"/>
            <a:t>Reduce</a:t>
          </a:r>
        </a:p>
      </dgm:t>
    </dgm:pt>
    <dgm:pt modelId="{AA0A1E44-6618-4B0D-84C1-790E5BE7490D}" type="parTrans" cxnId="{5FC45CF6-FFAD-46C7-85BD-75E6220AD51E}">
      <dgm:prSet/>
      <dgm:spPr/>
      <dgm:t>
        <a:bodyPr/>
        <a:lstStyle/>
        <a:p>
          <a:endParaRPr lang="en-US"/>
        </a:p>
      </dgm:t>
    </dgm:pt>
    <dgm:pt modelId="{AD160A21-B840-4C21-9B76-0C403795779E}" type="sibTrans" cxnId="{5FC45CF6-FFAD-46C7-85BD-75E6220AD51E}">
      <dgm:prSet/>
      <dgm:spPr/>
      <dgm:t>
        <a:bodyPr/>
        <a:lstStyle/>
        <a:p>
          <a:endParaRPr lang="en-US"/>
        </a:p>
      </dgm:t>
    </dgm:pt>
    <dgm:pt modelId="{F8DA5FB4-51EB-406B-8201-BE26177A67F6}">
      <dgm:prSet/>
      <dgm:spPr/>
      <dgm:t>
        <a:bodyPr/>
        <a:lstStyle/>
        <a:p>
          <a:r>
            <a:rPr lang="en-US"/>
            <a:t>Reduce Security Risk</a:t>
          </a:r>
        </a:p>
      </dgm:t>
    </dgm:pt>
    <dgm:pt modelId="{8A1057C9-F692-450A-817B-F1A3DAA3F63C}" type="parTrans" cxnId="{F5C4F3D5-425A-4FCA-A69D-A798F4C65B83}">
      <dgm:prSet/>
      <dgm:spPr/>
      <dgm:t>
        <a:bodyPr/>
        <a:lstStyle/>
        <a:p>
          <a:endParaRPr lang="en-US"/>
        </a:p>
      </dgm:t>
    </dgm:pt>
    <dgm:pt modelId="{D16D37B9-16ED-4A98-B5D5-1A4EEDCEEBED}" type="sibTrans" cxnId="{F5C4F3D5-425A-4FCA-A69D-A798F4C65B83}">
      <dgm:prSet/>
      <dgm:spPr/>
      <dgm:t>
        <a:bodyPr/>
        <a:lstStyle/>
        <a:p>
          <a:endParaRPr lang="en-US"/>
        </a:p>
      </dgm:t>
    </dgm:pt>
    <dgm:pt modelId="{189FF4B4-048C-4574-9035-2EB5024FF11A}">
      <dgm:prSet/>
      <dgm:spPr/>
      <dgm:t>
        <a:bodyPr/>
        <a:lstStyle/>
        <a:p>
          <a:r>
            <a:rPr lang="en-US"/>
            <a:t>Protect</a:t>
          </a:r>
        </a:p>
      </dgm:t>
    </dgm:pt>
    <dgm:pt modelId="{99132981-7378-479F-98AE-1D7DFB61B76B}" type="parTrans" cxnId="{538A4D5A-C1E9-4CE8-ACCC-D30FE06896E5}">
      <dgm:prSet/>
      <dgm:spPr/>
      <dgm:t>
        <a:bodyPr/>
        <a:lstStyle/>
        <a:p>
          <a:endParaRPr lang="en-US"/>
        </a:p>
      </dgm:t>
    </dgm:pt>
    <dgm:pt modelId="{7AE580EC-F22F-49FD-A71B-1C780486B0C6}" type="sibTrans" cxnId="{538A4D5A-C1E9-4CE8-ACCC-D30FE06896E5}">
      <dgm:prSet/>
      <dgm:spPr/>
      <dgm:t>
        <a:bodyPr/>
        <a:lstStyle/>
        <a:p>
          <a:endParaRPr lang="en-US"/>
        </a:p>
      </dgm:t>
    </dgm:pt>
    <dgm:pt modelId="{8C0B0ABB-4B77-4E30-A7A8-B6DD6DA73277}">
      <dgm:prSet/>
      <dgm:spPr/>
      <dgm:t>
        <a:bodyPr/>
        <a:lstStyle/>
        <a:p>
          <a:r>
            <a:rPr lang="en-US"/>
            <a:t>Protect Sensitive Data</a:t>
          </a:r>
        </a:p>
      </dgm:t>
    </dgm:pt>
    <dgm:pt modelId="{E8B46F02-E829-41AB-87A8-93FA0F579744}" type="parTrans" cxnId="{F2068E70-4786-4BC8-883E-BEB61354F1A1}">
      <dgm:prSet/>
      <dgm:spPr/>
      <dgm:t>
        <a:bodyPr/>
        <a:lstStyle/>
        <a:p>
          <a:endParaRPr lang="en-US"/>
        </a:p>
      </dgm:t>
    </dgm:pt>
    <dgm:pt modelId="{DAFC91F5-1ABB-4DFB-B168-B533C76CD95E}" type="sibTrans" cxnId="{F2068E70-4786-4BC8-883E-BEB61354F1A1}">
      <dgm:prSet/>
      <dgm:spPr/>
      <dgm:t>
        <a:bodyPr/>
        <a:lstStyle/>
        <a:p>
          <a:endParaRPr lang="en-US"/>
        </a:p>
      </dgm:t>
    </dgm:pt>
    <dgm:pt modelId="{055B4BE1-D88C-4509-B2F1-3B6ACCCAE5C2}">
      <dgm:prSet/>
      <dgm:spPr/>
      <dgm:t>
        <a:bodyPr/>
        <a:lstStyle/>
        <a:p>
          <a:r>
            <a:rPr lang="en-US"/>
            <a:t>Prevent</a:t>
          </a:r>
        </a:p>
      </dgm:t>
    </dgm:pt>
    <dgm:pt modelId="{830178AC-15B2-45A7-927F-50A817161DE9}" type="parTrans" cxnId="{AC32BCBD-2FDD-4AAC-B8C0-7412C19A074B}">
      <dgm:prSet/>
      <dgm:spPr/>
      <dgm:t>
        <a:bodyPr/>
        <a:lstStyle/>
        <a:p>
          <a:endParaRPr lang="en-US"/>
        </a:p>
      </dgm:t>
    </dgm:pt>
    <dgm:pt modelId="{B4E0AC17-70CD-4A5C-915E-23719523CD38}" type="sibTrans" cxnId="{AC32BCBD-2FDD-4AAC-B8C0-7412C19A074B}">
      <dgm:prSet/>
      <dgm:spPr/>
      <dgm:t>
        <a:bodyPr/>
        <a:lstStyle/>
        <a:p>
          <a:endParaRPr lang="en-US"/>
        </a:p>
      </dgm:t>
    </dgm:pt>
    <dgm:pt modelId="{BCC193BE-2111-4BCD-8F5F-4BB1AE68FD3B}">
      <dgm:prSet/>
      <dgm:spPr/>
      <dgm:t>
        <a:bodyPr/>
        <a:lstStyle/>
        <a:p>
          <a:r>
            <a:rPr lang="en-US"/>
            <a:t>Prevent Costly Incidents</a:t>
          </a:r>
        </a:p>
      </dgm:t>
    </dgm:pt>
    <dgm:pt modelId="{F3E886C6-21B5-4DE7-A672-FEA5C809B142}" type="parTrans" cxnId="{4106963C-FBE4-4802-85A5-6AF479069C94}">
      <dgm:prSet/>
      <dgm:spPr/>
      <dgm:t>
        <a:bodyPr/>
        <a:lstStyle/>
        <a:p>
          <a:endParaRPr lang="en-US"/>
        </a:p>
      </dgm:t>
    </dgm:pt>
    <dgm:pt modelId="{39CECB2B-2DCC-4B45-8C9F-49D6269A613C}" type="sibTrans" cxnId="{4106963C-FBE4-4802-85A5-6AF479069C94}">
      <dgm:prSet/>
      <dgm:spPr/>
      <dgm:t>
        <a:bodyPr/>
        <a:lstStyle/>
        <a:p>
          <a:endParaRPr lang="en-US"/>
        </a:p>
      </dgm:t>
    </dgm:pt>
    <dgm:pt modelId="{76CF4F17-61BA-40F2-BF79-7BDCFB89CB8D}">
      <dgm:prSet/>
      <dgm:spPr/>
      <dgm:t>
        <a:bodyPr/>
        <a:lstStyle/>
        <a:p>
          <a:r>
            <a:rPr lang="en-US"/>
            <a:t>Enable</a:t>
          </a:r>
        </a:p>
      </dgm:t>
    </dgm:pt>
    <dgm:pt modelId="{220D3B9E-E676-4FA1-9AD6-2AC44A590F50}" type="parTrans" cxnId="{F51E7936-A961-47D3-AC22-541C50C97763}">
      <dgm:prSet/>
      <dgm:spPr/>
      <dgm:t>
        <a:bodyPr/>
        <a:lstStyle/>
        <a:p>
          <a:endParaRPr lang="en-US"/>
        </a:p>
      </dgm:t>
    </dgm:pt>
    <dgm:pt modelId="{9505BC2A-0093-4B3A-879E-2066F5DC0FC5}" type="sibTrans" cxnId="{F51E7936-A961-47D3-AC22-541C50C97763}">
      <dgm:prSet/>
      <dgm:spPr/>
      <dgm:t>
        <a:bodyPr/>
        <a:lstStyle/>
        <a:p>
          <a:endParaRPr lang="en-US"/>
        </a:p>
      </dgm:t>
    </dgm:pt>
    <dgm:pt modelId="{9AFC9949-7683-47D1-B83F-7442D5B3B09B}">
      <dgm:prSet/>
      <dgm:spPr/>
      <dgm:t>
        <a:bodyPr/>
        <a:lstStyle/>
        <a:p>
          <a:r>
            <a:rPr lang="en-US"/>
            <a:t>Enable Safe AI Adoption</a:t>
          </a:r>
        </a:p>
      </dgm:t>
    </dgm:pt>
    <dgm:pt modelId="{8DCEAA6E-42CE-4069-95B3-44595B873FDE}" type="parTrans" cxnId="{BD8823DF-B284-4352-B704-8D39D511B1BC}">
      <dgm:prSet/>
      <dgm:spPr/>
      <dgm:t>
        <a:bodyPr/>
        <a:lstStyle/>
        <a:p>
          <a:endParaRPr lang="en-US"/>
        </a:p>
      </dgm:t>
    </dgm:pt>
    <dgm:pt modelId="{8556395C-CB3F-4204-B347-0001978A662E}" type="sibTrans" cxnId="{BD8823DF-B284-4352-B704-8D39D511B1BC}">
      <dgm:prSet/>
      <dgm:spPr/>
      <dgm:t>
        <a:bodyPr/>
        <a:lstStyle/>
        <a:p>
          <a:endParaRPr lang="en-US"/>
        </a:p>
      </dgm:t>
    </dgm:pt>
    <dgm:pt modelId="{DA09EA14-13CA-42AD-9153-1EA0D8B6E56B}">
      <dgm:prSet/>
      <dgm:spPr/>
      <dgm:t>
        <a:bodyPr/>
        <a:lstStyle/>
        <a:p>
          <a:r>
            <a:rPr lang="en-US"/>
            <a:t>Automate</a:t>
          </a:r>
        </a:p>
      </dgm:t>
    </dgm:pt>
    <dgm:pt modelId="{ACB2094F-3DF8-4B04-BEE9-79444B10662F}" type="parTrans" cxnId="{FA3C3141-7B84-4A62-B6B9-E6BF6E37E2D3}">
      <dgm:prSet/>
      <dgm:spPr/>
      <dgm:t>
        <a:bodyPr/>
        <a:lstStyle/>
        <a:p>
          <a:endParaRPr lang="en-US"/>
        </a:p>
      </dgm:t>
    </dgm:pt>
    <dgm:pt modelId="{3CBDE981-E82F-4128-A230-D7792D9939B4}" type="sibTrans" cxnId="{FA3C3141-7B84-4A62-B6B9-E6BF6E37E2D3}">
      <dgm:prSet/>
      <dgm:spPr/>
      <dgm:t>
        <a:bodyPr/>
        <a:lstStyle/>
        <a:p>
          <a:endParaRPr lang="en-US"/>
        </a:p>
      </dgm:t>
    </dgm:pt>
    <dgm:pt modelId="{9008D6AD-1F55-41A0-89CC-7B6DDAD39966}">
      <dgm:prSet/>
      <dgm:spPr/>
      <dgm:t>
        <a:bodyPr/>
        <a:lstStyle/>
        <a:p>
          <a:r>
            <a:rPr lang="en-US"/>
            <a:t>Automate Threat Detection</a:t>
          </a:r>
        </a:p>
      </dgm:t>
    </dgm:pt>
    <dgm:pt modelId="{605289E7-E2DC-4A9B-AF44-FC91F9A346EB}" type="parTrans" cxnId="{40392CBC-DFCF-4AA5-970D-BFA15081DDEE}">
      <dgm:prSet/>
      <dgm:spPr/>
      <dgm:t>
        <a:bodyPr/>
        <a:lstStyle/>
        <a:p>
          <a:endParaRPr lang="en-US"/>
        </a:p>
      </dgm:t>
    </dgm:pt>
    <dgm:pt modelId="{13692AD4-FF85-40AF-84AE-8D059D4ADA07}" type="sibTrans" cxnId="{40392CBC-DFCF-4AA5-970D-BFA15081DDEE}">
      <dgm:prSet/>
      <dgm:spPr/>
      <dgm:t>
        <a:bodyPr/>
        <a:lstStyle/>
        <a:p>
          <a:endParaRPr lang="en-US"/>
        </a:p>
      </dgm:t>
    </dgm:pt>
    <dgm:pt modelId="{C0917C14-CAAF-4515-936B-69FB99FBDF8B}">
      <dgm:prSet/>
      <dgm:spPr/>
      <dgm:t>
        <a:bodyPr/>
        <a:lstStyle/>
        <a:p>
          <a:r>
            <a:rPr lang="en-US"/>
            <a:t>Improve</a:t>
          </a:r>
        </a:p>
      </dgm:t>
    </dgm:pt>
    <dgm:pt modelId="{C4D9E5C7-D008-4EE6-A686-86E49C49DD2C}" type="parTrans" cxnId="{7F48FD2A-D2AE-4DE5-8C1F-8F80E93FCEAE}">
      <dgm:prSet/>
      <dgm:spPr/>
      <dgm:t>
        <a:bodyPr/>
        <a:lstStyle/>
        <a:p>
          <a:endParaRPr lang="en-US"/>
        </a:p>
      </dgm:t>
    </dgm:pt>
    <dgm:pt modelId="{C00CB938-4DE2-4668-ABA8-4256DD091A33}" type="sibTrans" cxnId="{7F48FD2A-D2AE-4DE5-8C1F-8F80E93FCEAE}">
      <dgm:prSet/>
      <dgm:spPr/>
      <dgm:t>
        <a:bodyPr/>
        <a:lstStyle/>
        <a:p>
          <a:endParaRPr lang="en-US"/>
        </a:p>
      </dgm:t>
    </dgm:pt>
    <dgm:pt modelId="{02195A1B-272A-4358-B572-705B56D958EF}">
      <dgm:prSet/>
      <dgm:spPr/>
      <dgm:t>
        <a:bodyPr/>
        <a:lstStyle/>
        <a:p>
          <a:r>
            <a:rPr lang="en-US"/>
            <a:t>Improve Compliance &amp; Governance</a:t>
          </a:r>
        </a:p>
      </dgm:t>
    </dgm:pt>
    <dgm:pt modelId="{78DB6C7B-6398-4DE6-A8D2-695F61D10536}" type="parTrans" cxnId="{08FC8E56-F272-488E-8695-0BCE0A6739CA}">
      <dgm:prSet/>
      <dgm:spPr/>
      <dgm:t>
        <a:bodyPr/>
        <a:lstStyle/>
        <a:p>
          <a:endParaRPr lang="en-US"/>
        </a:p>
      </dgm:t>
    </dgm:pt>
    <dgm:pt modelId="{A543BD0C-1A05-412D-9E57-425B50B51460}" type="sibTrans" cxnId="{08FC8E56-F272-488E-8695-0BCE0A6739CA}">
      <dgm:prSet/>
      <dgm:spPr/>
      <dgm:t>
        <a:bodyPr/>
        <a:lstStyle/>
        <a:p>
          <a:endParaRPr lang="en-US"/>
        </a:p>
      </dgm:t>
    </dgm:pt>
    <dgm:pt modelId="{EF4B351E-3084-41F1-96A6-69146E9CA3F9}">
      <dgm:prSet/>
      <dgm:spPr/>
      <dgm:t>
        <a:bodyPr/>
        <a:lstStyle/>
        <a:p>
          <a:r>
            <a:rPr lang="en-US"/>
            <a:t>Increase</a:t>
          </a:r>
        </a:p>
      </dgm:t>
    </dgm:pt>
    <dgm:pt modelId="{F46C6FA7-BF03-4F79-927B-352D2FD9EA81}" type="parTrans" cxnId="{72FE41AC-253E-489B-96E6-3D19FC3A43FB}">
      <dgm:prSet/>
      <dgm:spPr/>
      <dgm:t>
        <a:bodyPr/>
        <a:lstStyle/>
        <a:p>
          <a:endParaRPr lang="en-US"/>
        </a:p>
      </dgm:t>
    </dgm:pt>
    <dgm:pt modelId="{EED2FCE5-804B-43E7-A905-FF2886286AA7}" type="sibTrans" cxnId="{72FE41AC-253E-489B-96E6-3D19FC3A43FB}">
      <dgm:prSet/>
      <dgm:spPr/>
      <dgm:t>
        <a:bodyPr/>
        <a:lstStyle/>
        <a:p>
          <a:endParaRPr lang="en-US"/>
        </a:p>
      </dgm:t>
    </dgm:pt>
    <dgm:pt modelId="{14D46379-3EA1-4CBC-9DC8-9E339D0DF0F6}">
      <dgm:prSet/>
      <dgm:spPr/>
      <dgm:t>
        <a:bodyPr/>
        <a:lstStyle/>
        <a:p>
          <a:r>
            <a:rPr lang="en-US"/>
            <a:t>Increase Operational Efficiency</a:t>
          </a:r>
        </a:p>
      </dgm:t>
    </dgm:pt>
    <dgm:pt modelId="{9C8385A8-E090-4371-9CBC-E856F71B94C2}" type="parTrans" cxnId="{8E823696-2992-4EE7-A838-F9C5BB1AE7DF}">
      <dgm:prSet/>
      <dgm:spPr/>
      <dgm:t>
        <a:bodyPr/>
        <a:lstStyle/>
        <a:p>
          <a:endParaRPr lang="en-US"/>
        </a:p>
      </dgm:t>
    </dgm:pt>
    <dgm:pt modelId="{A2238DCC-5B09-40AE-B21D-9E10F7327BF5}" type="sibTrans" cxnId="{8E823696-2992-4EE7-A838-F9C5BB1AE7DF}">
      <dgm:prSet/>
      <dgm:spPr/>
      <dgm:t>
        <a:bodyPr/>
        <a:lstStyle/>
        <a:p>
          <a:endParaRPr lang="en-US"/>
        </a:p>
      </dgm:t>
    </dgm:pt>
    <dgm:pt modelId="{A492D831-3769-47DE-A7CC-1BE5BAAFFACE}">
      <dgm:prSet/>
      <dgm:spPr/>
      <dgm:t>
        <a:bodyPr/>
        <a:lstStyle/>
        <a:p>
          <a:r>
            <a:rPr lang="en-US"/>
            <a:t>Scale</a:t>
          </a:r>
        </a:p>
      </dgm:t>
    </dgm:pt>
    <dgm:pt modelId="{33CD26D6-3084-4E0D-92E3-24FF0F292203}" type="parTrans" cxnId="{44AF70EE-41AC-4C66-9838-D1D801D3847F}">
      <dgm:prSet/>
      <dgm:spPr/>
      <dgm:t>
        <a:bodyPr/>
        <a:lstStyle/>
        <a:p>
          <a:endParaRPr lang="en-US"/>
        </a:p>
      </dgm:t>
    </dgm:pt>
    <dgm:pt modelId="{78EAD4D1-E9E8-432F-BE73-DE1A98947DB1}" type="sibTrans" cxnId="{44AF70EE-41AC-4C66-9838-D1D801D3847F}">
      <dgm:prSet/>
      <dgm:spPr/>
      <dgm:t>
        <a:bodyPr/>
        <a:lstStyle/>
        <a:p>
          <a:endParaRPr lang="en-US"/>
        </a:p>
      </dgm:t>
    </dgm:pt>
    <dgm:pt modelId="{21C5CC42-9B60-4F7F-A684-93CBFDD06D44}">
      <dgm:prSet/>
      <dgm:spPr/>
      <dgm:t>
        <a:bodyPr/>
        <a:lstStyle/>
        <a:p>
          <a:r>
            <a:rPr lang="en-US"/>
            <a:t>Scale AI Securely</a:t>
          </a:r>
        </a:p>
      </dgm:t>
    </dgm:pt>
    <dgm:pt modelId="{5B91DD2B-3295-47BC-9AC8-35C284C6F921}" type="parTrans" cxnId="{A039A6C8-665C-4C8D-9044-E684E72C4E76}">
      <dgm:prSet/>
      <dgm:spPr/>
      <dgm:t>
        <a:bodyPr/>
        <a:lstStyle/>
        <a:p>
          <a:endParaRPr lang="en-US"/>
        </a:p>
      </dgm:t>
    </dgm:pt>
    <dgm:pt modelId="{AA5C9CB5-17EA-4EF9-9729-B61C685BA6AA}" type="sibTrans" cxnId="{A039A6C8-665C-4C8D-9044-E684E72C4E76}">
      <dgm:prSet/>
      <dgm:spPr/>
      <dgm:t>
        <a:bodyPr/>
        <a:lstStyle/>
        <a:p>
          <a:endParaRPr lang="en-US"/>
        </a:p>
      </dgm:t>
    </dgm:pt>
    <dgm:pt modelId="{BAFBEF43-FD95-413B-B2AC-312BE359D26D}">
      <dgm:prSet/>
      <dgm:spPr/>
      <dgm:t>
        <a:bodyPr/>
        <a:lstStyle/>
        <a:p>
          <a:r>
            <a:rPr lang="en-US"/>
            <a:t>Build</a:t>
          </a:r>
        </a:p>
      </dgm:t>
    </dgm:pt>
    <dgm:pt modelId="{9A1D83AE-4CC8-4A4E-9778-270ED0BC6AD4}" type="parTrans" cxnId="{BE2BEB65-11DB-43C1-8F29-B78CA90C7EB1}">
      <dgm:prSet/>
      <dgm:spPr/>
      <dgm:t>
        <a:bodyPr/>
        <a:lstStyle/>
        <a:p>
          <a:endParaRPr lang="en-US"/>
        </a:p>
      </dgm:t>
    </dgm:pt>
    <dgm:pt modelId="{CB7D3829-B69E-4272-9FB0-ACC526E9160E}" type="sibTrans" cxnId="{BE2BEB65-11DB-43C1-8F29-B78CA90C7EB1}">
      <dgm:prSet/>
      <dgm:spPr/>
      <dgm:t>
        <a:bodyPr/>
        <a:lstStyle/>
        <a:p>
          <a:endParaRPr lang="en-US"/>
        </a:p>
      </dgm:t>
    </dgm:pt>
    <dgm:pt modelId="{FCBE6BE7-3BB9-4BA7-9C95-AB9F80420201}">
      <dgm:prSet/>
      <dgm:spPr/>
      <dgm:t>
        <a:bodyPr/>
        <a:lstStyle/>
        <a:p>
          <a:r>
            <a:rPr lang="en-US"/>
            <a:t>Build Enterprise Trust</a:t>
          </a:r>
        </a:p>
      </dgm:t>
    </dgm:pt>
    <dgm:pt modelId="{1ED4B347-DECB-45BA-A4E8-BA54CD8C24BD}" type="parTrans" cxnId="{5B9D9056-C2AC-49A3-B5E2-D8A6A66CCE31}">
      <dgm:prSet/>
      <dgm:spPr/>
      <dgm:t>
        <a:bodyPr/>
        <a:lstStyle/>
        <a:p>
          <a:endParaRPr lang="en-US"/>
        </a:p>
      </dgm:t>
    </dgm:pt>
    <dgm:pt modelId="{498366E0-4889-4A62-BA35-11F144B87C4B}" type="sibTrans" cxnId="{5B9D9056-C2AC-49A3-B5E2-D8A6A66CCE31}">
      <dgm:prSet/>
      <dgm:spPr/>
      <dgm:t>
        <a:bodyPr/>
        <a:lstStyle/>
        <a:p>
          <a:endParaRPr lang="en-US"/>
        </a:p>
      </dgm:t>
    </dgm:pt>
    <dgm:pt modelId="{952E2778-8734-4203-ABAB-33D2ADC910F0}">
      <dgm:prSet/>
      <dgm:spPr/>
      <dgm:t>
        <a:bodyPr/>
        <a:lstStyle/>
        <a:p>
          <a:r>
            <a:rPr lang="en-US"/>
            <a:t>Accelerate</a:t>
          </a:r>
        </a:p>
      </dgm:t>
    </dgm:pt>
    <dgm:pt modelId="{468F9ED9-7544-4A9A-9FC6-8138A4DA6ACF}" type="parTrans" cxnId="{39459374-3BEC-4CC4-AFF7-383130D917EC}">
      <dgm:prSet/>
      <dgm:spPr/>
      <dgm:t>
        <a:bodyPr/>
        <a:lstStyle/>
        <a:p>
          <a:endParaRPr lang="en-US"/>
        </a:p>
      </dgm:t>
    </dgm:pt>
    <dgm:pt modelId="{AE018D5D-0F46-4238-A5B8-54DCDDABA3E1}" type="sibTrans" cxnId="{39459374-3BEC-4CC4-AFF7-383130D917EC}">
      <dgm:prSet/>
      <dgm:spPr/>
      <dgm:t>
        <a:bodyPr/>
        <a:lstStyle/>
        <a:p>
          <a:endParaRPr lang="en-US"/>
        </a:p>
      </dgm:t>
    </dgm:pt>
    <dgm:pt modelId="{BC7CD994-000F-4299-BF52-D078F5D2846D}">
      <dgm:prSet/>
      <dgm:spPr/>
      <dgm:t>
        <a:bodyPr/>
        <a:lstStyle/>
        <a:p>
          <a:r>
            <a:rPr lang="en-US"/>
            <a:t>Accelerate AI Adoption</a:t>
          </a:r>
        </a:p>
      </dgm:t>
    </dgm:pt>
    <dgm:pt modelId="{EA2F51A5-E866-42CA-B5CF-65805F163376}" type="parTrans" cxnId="{55BEB393-D367-43F7-A2D4-F697A6941840}">
      <dgm:prSet/>
      <dgm:spPr/>
      <dgm:t>
        <a:bodyPr/>
        <a:lstStyle/>
        <a:p>
          <a:endParaRPr lang="en-US"/>
        </a:p>
      </dgm:t>
    </dgm:pt>
    <dgm:pt modelId="{4CC47E7E-ED00-4178-8F67-C582E97D3137}" type="sibTrans" cxnId="{55BEB393-D367-43F7-A2D4-F697A6941840}">
      <dgm:prSet/>
      <dgm:spPr/>
      <dgm:t>
        <a:bodyPr/>
        <a:lstStyle/>
        <a:p>
          <a:endParaRPr lang="en-US"/>
        </a:p>
      </dgm:t>
    </dgm:pt>
    <dgm:pt modelId="{D573EA96-ECAB-4EFD-A364-C5CFE28CA485}" type="pres">
      <dgm:prSet presAssocID="{C1BF7C63-F4DC-40B0-94A4-C1A4B9EC787C}" presName="Name0" presStyleCnt="0">
        <dgm:presLayoutVars>
          <dgm:dir/>
          <dgm:animLvl val="lvl"/>
          <dgm:resizeHandles val="exact"/>
        </dgm:presLayoutVars>
      </dgm:prSet>
      <dgm:spPr/>
    </dgm:pt>
    <dgm:pt modelId="{508CBD65-A143-4A28-ABEA-D47CF2943A85}" type="pres">
      <dgm:prSet presAssocID="{01E5C5D6-D733-40CA-A633-0E67485EAEDA}" presName="linNode" presStyleCnt="0"/>
      <dgm:spPr/>
    </dgm:pt>
    <dgm:pt modelId="{F1C36575-9CB4-49DA-9FE9-CC08449B79B4}" type="pres">
      <dgm:prSet presAssocID="{01E5C5D6-D733-40CA-A633-0E67485EAEDA}" presName="parentText" presStyleLbl="solidFgAcc1" presStyleIdx="0" presStyleCnt="10">
        <dgm:presLayoutVars>
          <dgm:chMax val="1"/>
          <dgm:bulletEnabled/>
        </dgm:presLayoutVars>
      </dgm:prSet>
      <dgm:spPr/>
    </dgm:pt>
    <dgm:pt modelId="{4D6B483A-08B7-474C-81A6-E23497084B1F}" type="pres">
      <dgm:prSet presAssocID="{01E5C5D6-D733-40CA-A633-0E67485EAEDA}" presName="descendantText" presStyleLbl="alignNode1" presStyleIdx="0" presStyleCnt="10">
        <dgm:presLayoutVars>
          <dgm:bulletEnabled/>
        </dgm:presLayoutVars>
      </dgm:prSet>
      <dgm:spPr/>
    </dgm:pt>
    <dgm:pt modelId="{5A2A1448-D947-49CF-87AF-8047CE183862}" type="pres">
      <dgm:prSet presAssocID="{AD160A21-B840-4C21-9B76-0C403795779E}" presName="sp" presStyleCnt="0"/>
      <dgm:spPr/>
    </dgm:pt>
    <dgm:pt modelId="{01F57A7A-6625-4BED-91E9-9ABED30A6C85}" type="pres">
      <dgm:prSet presAssocID="{189FF4B4-048C-4574-9035-2EB5024FF11A}" presName="linNode" presStyleCnt="0"/>
      <dgm:spPr/>
    </dgm:pt>
    <dgm:pt modelId="{44FBE89C-FE27-428B-936E-586D910B32F8}" type="pres">
      <dgm:prSet presAssocID="{189FF4B4-048C-4574-9035-2EB5024FF11A}" presName="parentText" presStyleLbl="solidFgAcc1" presStyleIdx="1" presStyleCnt="10">
        <dgm:presLayoutVars>
          <dgm:chMax val="1"/>
          <dgm:bulletEnabled/>
        </dgm:presLayoutVars>
      </dgm:prSet>
      <dgm:spPr/>
    </dgm:pt>
    <dgm:pt modelId="{29A92A0B-A190-4742-BA4B-BDA618413DC5}" type="pres">
      <dgm:prSet presAssocID="{189FF4B4-048C-4574-9035-2EB5024FF11A}" presName="descendantText" presStyleLbl="alignNode1" presStyleIdx="1" presStyleCnt="10">
        <dgm:presLayoutVars>
          <dgm:bulletEnabled/>
        </dgm:presLayoutVars>
      </dgm:prSet>
      <dgm:spPr/>
    </dgm:pt>
    <dgm:pt modelId="{7D589715-27C8-4975-8945-BDC62E6297AD}" type="pres">
      <dgm:prSet presAssocID="{7AE580EC-F22F-49FD-A71B-1C780486B0C6}" presName="sp" presStyleCnt="0"/>
      <dgm:spPr/>
    </dgm:pt>
    <dgm:pt modelId="{DC5D1A2F-4DAC-467A-A034-39269A31C3AE}" type="pres">
      <dgm:prSet presAssocID="{055B4BE1-D88C-4509-B2F1-3B6ACCCAE5C2}" presName="linNode" presStyleCnt="0"/>
      <dgm:spPr/>
    </dgm:pt>
    <dgm:pt modelId="{F3E0AC3A-8253-4D5E-B374-794055E5BD93}" type="pres">
      <dgm:prSet presAssocID="{055B4BE1-D88C-4509-B2F1-3B6ACCCAE5C2}" presName="parentText" presStyleLbl="solidFgAcc1" presStyleIdx="2" presStyleCnt="10">
        <dgm:presLayoutVars>
          <dgm:chMax val="1"/>
          <dgm:bulletEnabled/>
        </dgm:presLayoutVars>
      </dgm:prSet>
      <dgm:spPr/>
    </dgm:pt>
    <dgm:pt modelId="{F0F79C1E-8E08-468B-AA02-0AF3D519CDDA}" type="pres">
      <dgm:prSet presAssocID="{055B4BE1-D88C-4509-B2F1-3B6ACCCAE5C2}" presName="descendantText" presStyleLbl="alignNode1" presStyleIdx="2" presStyleCnt="10">
        <dgm:presLayoutVars>
          <dgm:bulletEnabled/>
        </dgm:presLayoutVars>
      </dgm:prSet>
      <dgm:spPr/>
    </dgm:pt>
    <dgm:pt modelId="{6F26CD3A-5934-42B0-99AF-952758A3D2B6}" type="pres">
      <dgm:prSet presAssocID="{B4E0AC17-70CD-4A5C-915E-23719523CD38}" presName="sp" presStyleCnt="0"/>
      <dgm:spPr/>
    </dgm:pt>
    <dgm:pt modelId="{262EEBDD-6A37-4796-81ED-88266F22DA9B}" type="pres">
      <dgm:prSet presAssocID="{76CF4F17-61BA-40F2-BF79-7BDCFB89CB8D}" presName="linNode" presStyleCnt="0"/>
      <dgm:spPr/>
    </dgm:pt>
    <dgm:pt modelId="{12F9CD1D-F562-477B-99C9-A36E3F6744FC}" type="pres">
      <dgm:prSet presAssocID="{76CF4F17-61BA-40F2-BF79-7BDCFB89CB8D}" presName="parentText" presStyleLbl="solidFgAcc1" presStyleIdx="3" presStyleCnt="10">
        <dgm:presLayoutVars>
          <dgm:chMax val="1"/>
          <dgm:bulletEnabled/>
        </dgm:presLayoutVars>
      </dgm:prSet>
      <dgm:spPr/>
    </dgm:pt>
    <dgm:pt modelId="{8963B9DB-ACB6-4365-9B3B-747548873051}" type="pres">
      <dgm:prSet presAssocID="{76CF4F17-61BA-40F2-BF79-7BDCFB89CB8D}" presName="descendantText" presStyleLbl="alignNode1" presStyleIdx="3" presStyleCnt="10">
        <dgm:presLayoutVars>
          <dgm:bulletEnabled/>
        </dgm:presLayoutVars>
      </dgm:prSet>
      <dgm:spPr/>
    </dgm:pt>
    <dgm:pt modelId="{89A94F59-8F40-4581-856A-487FF12A70CF}" type="pres">
      <dgm:prSet presAssocID="{9505BC2A-0093-4B3A-879E-2066F5DC0FC5}" presName="sp" presStyleCnt="0"/>
      <dgm:spPr/>
    </dgm:pt>
    <dgm:pt modelId="{D31A097B-572A-4340-9CA5-FA8FA6D19661}" type="pres">
      <dgm:prSet presAssocID="{DA09EA14-13CA-42AD-9153-1EA0D8B6E56B}" presName="linNode" presStyleCnt="0"/>
      <dgm:spPr/>
    </dgm:pt>
    <dgm:pt modelId="{3F2FD247-919C-443F-9A53-AE752BAC135F}" type="pres">
      <dgm:prSet presAssocID="{DA09EA14-13CA-42AD-9153-1EA0D8B6E56B}" presName="parentText" presStyleLbl="solidFgAcc1" presStyleIdx="4" presStyleCnt="10">
        <dgm:presLayoutVars>
          <dgm:chMax val="1"/>
          <dgm:bulletEnabled/>
        </dgm:presLayoutVars>
      </dgm:prSet>
      <dgm:spPr/>
    </dgm:pt>
    <dgm:pt modelId="{0DC1AB47-5CCC-47E4-AEDB-78600EC240CA}" type="pres">
      <dgm:prSet presAssocID="{DA09EA14-13CA-42AD-9153-1EA0D8B6E56B}" presName="descendantText" presStyleLbl="alignNode1" presStyleIdx="4" presStyleCnt="10">
        <dgm:presLayoutVars>
          <dgm:bulletEnabled/>
        </dgm:presLayoutVars>
      </dgm:prSet>
      <dgm:spPr/>
    </dgm:pt>
    <dgm:pt modelId="{B4A44334-D074-416E-BE6D-1D51E5CB9E2C}" type="pres">
      <dgm:prSet presAssocID="{3CBDE981-E82F-4128-A230-D7792D9939B4}" presName="sp" presStyleCnt="0"/>
      <dgm:spPr/>
    </dgm:pt>
    <dgm:pt modelId="{9D82E40E-24E7-4E73-9064-BD0B1292C86E}" type="pres">
      <dgm:prSet presAssocID="{C0917C14-CAAF-4515-936B-69FB99FBDF8B}" presName="linNode" presStyleCnt="0"/>
      <dgm:spPr/>
    </dgm:pt>
    <dgm:pt modelId="{63B7D03E-F5F3-4604-8B0C-E9ECAB0CFB79}" type="pres">
      <dgm:prSet presAssocID="{C0917C14-CAAF-4515-936B-69FB99FBDF8B}" presName="parentText" presStyleLbl="solidFgAcc1" presStyleIdx="5" presStyleCnt="10">
        <dgm:presLayoutVars>
          <dgm:chMax val="1"/>
          <dgm:bulletEnabled/>
        </dgm:presLayoutVars>
      </dgm:prSet>
      <dgm:spPr/>
    </dgm:pt>
    <dgm:pt modelId="{BD601CF9-B86E-40F1-91B6-390AD223478A}" type="pres">
      <dgm:prSet presAssocID="{C0917C14-CAAF-4515-936B-69FB99FBDF8B}" presName="descendantText" presStyleLbl="alignNode1" presStyleIdx="5" presStyleCnt="10">
        <dgm:presLayoutVars>
          <dgm:bulletEnabled/>
        </dgm:presLayoutVars>
      </dgm:prSet>
      <dgm:spPr/>
    </dgm:pt>
    <dgm:pt modelId="{0F96BF96-2392-400B-AC74-E4877015C4AA}" type="pres">
      <dgm:prSet presAssocID="{C00CB938-4DE2-4668-ABA8-4256DD091A33}" presName="sp" presStyleCnt="0"/>
      <dgm:spPr/>
    </dgm:pt>
    <dgm:pt modelId="{4C5BDF45-AC6B-4755-B43A-AF5FA1016699}" type="pres">
      <dgm:prSet presAssocID="{EF4B351E-3084-41F1-96A6-69146E9CA3F9}" presName="linNode" presStyleCnt="0"/>
      <dgm:spPr/>
    </dgm:pt>
    <dgm:pt modelId="{E6CE99C5-F5D7-4A65-85AB-0821C0DB0DED}" type="pres">
      <dgm:prSet presAssocID="{EF4B351E-3084-41F1-96A6-69146E9CA3F9}" presName="parentText" presStyleLbl="solidFgAcc1" presStyleIdx="6" presStyleCnt="10">
        <dgm:presLayoutVars>
          <dgm:chMax val="1"/>
          <dgm:bulletEnabled/>
        </dgm:presLayoutVars>
      </dgm:prSet>
      <dgm:spPr/>
    </dgm:pt>
    <dgm:pt modelId="{305DF7E8-A46A-49CE-A509-FF0698C4AD63}" type="pres">
      <dgm:prSet presAssocID="{EF4B351E-3084-41F1-96A6-69146E9CA3F9}" presName="descendantText" presStyleLbl="alignNode1" presStyleIdx="6" presStyleCnt="10">
        <dgm:presLayoutVars>
          <dgm:bulletEnabled/>
        </dgm:presLayoutVars>
      </dgm:prSet>
      <dgm:spPr/>
    </dgm:pt>
    <dgm:pt modelId="{E7D522A7-D210-4662-A9E2-1FBFFDAAC709}" type="pres">
      <dgm:prSet presAssocID="{EED2FCE5-804B-43E7-A905-FF2886286AA7}" presName="sp" presStyleCnt="0"/>
      <dgm:spPr/>
    </dgm:pt>
    <dgm:pt modelId="{30878D82-DFF4-4324-BB6E-CB0FB5E228BF}" type="pres">
      <dgm:prSet presAssocID="{A492D831-3769-47DE-A7CC-1BE5BAAFFACE}" presName="linNode" presStyleCnt="0"/>
      <dgm:spPr/>
    </dgm:pt>
    <dgm:pt modelId="{E2473E9E-8FCC-4B3E-A5AA-6A7606A19EB0}" type="pres">
      <dgm:prSet presAssocID="{A492D831-3769-47DE-A7CC-1BE5BAAFFACE}" presName="parentText" presStyleLbl="solidFgAcc1" presStyleIdx="7" presStyleCnt="10">
        <dgm:presLayoutVars>
          <dgm:chMax val="1"/>
          <dgm:bulletEnabled/>
        </dgm:presLayoutVars>
      </dgm:prSet>
      <dgm:spPr/>
    </dgm:pt>
    <dgm:pt modelId="{BBC2BD8D-9BA5-407C-8815-8CB8A87060F0}" type="pres">
      <dgm:prSet presAssocID="{A492D831-3769-47DE-A7CC-1BE5BAAFFACE}" presName="descendantText" presStyleLbl="alignNode1" presStyleIdx="7" presStyleCnt="10">
        <dgm:presLayoutVars>
          <dgm:bulletEnabled/>
        </dgm:presLayoutVars>
      </dgm:prSet>
      <dgm:spPr/>
    </dgm:pt>
    <dgm:pt modelId="{4F2D2E19-2D98-452E-9DF2-A52D5465904D}" type="pres">
      <dgm:prSet presAssocID="{78EAD4D1-E9E8-432F-BE73-DE1A98947DB1}" presName="sp" presStyleCnt="0"/>
      <dgm:spPr/>
    </dgm:pt>
    <dgm:pt modelId="{5DF0063A-B165-4387-B82A-8296D3498C66}" type="pres">
      <dgm:prSet presAssocID="{BAFBEF43-FD95-413B-B2AC-312BE359D26D}" presName="linNode" presStyleCnt="0"/>
      <dgm:spPr/>
    </dgm:pt>
    <dgm:pt modelId="{46F34278-9997-4834-92FC-1B05405F71FC}" type="pres">
      <dgm:prSet presAssocID="{BAFBEF43-FD95-413B-B2AC-312BE359D26D}" presName="parentText" presStyleLbl="solidFgAcc1" presStyleIdx="8" presStyleCnt="10">
        <dgm:presLayoutVars>
          <dgm:chMax val="1"/>
          <dgm:bulletEnabled/>
        </dgm:presLayoutVars>
      </dgm:prSet>
      <dgm:spPr/>
    </dgm:pt>
    <dgm:pt modelId="{CD2D7AFB-5858-497B-90A9-186F5791D5F4}" type="pres">
      <dgm:prSet presAssocID="{BAFBEF43-FD95-413B-B2AC-312BE359D26D}" presName="descendantText" presStyleLbl="alignNode1" presStyleIdx="8" presStyleCnt="10">
        <dgm:presLayoutVars>
          <dgm:bulletEnabled/>
        </dgm:presLayoutVars>
      </dgm:prSet>
      <dgm:spPr/>
    </dgm:pt>
    <dgm:pt modelId="{FBC21F7E-3D0A-4C3C-B396-7E35E525378D}" type="pres">
      <dgm:prSet presAssocID="{CB7D3829-B69E-4272-9FB0-ACC526E9160E}" presName="sp" presStyleCnt="0"/>
      <dgm:spPr/>
    </dgm:pt>
    <dgm:pt modelId="{27B4D105-8759-409C-9CFF-3DDBAFFACEBD}" type="pres">
      <dgm:prSet presAssocID="{952E2778-8734-4203-ABAB-33D2ADC910F0}" presName="linNode" presStyleCnt="0"/>
      <dgm:spPr/>
    </dgm:pt>
    <dgm:pt modelId="{5F1EAA4F-3F44-4DDD-807B-C8685CBE1A91}" type="pres">
      <dgm:prSet presAssocID="{952E2778-8734-4203-ABAB-33D2ADC910F0}" presName="parentText" presStyleLbl="solidFgAcc1" presStyleIdx="9" presStyleCnt="10">
        <dgm:presLayoutVars>
          <dgm:chMax val="1"/>
          <dgm:bulletEnabled/>
        </dgm:presLayoutVars>
      </dgm:prSet>
      <dgm:spPr/>
    </dgm:pt>
    <dgm:pt modelId="{9898EBE7-FB19-4E71-865A-FCF751CEBEFF}" type="pres">
      <dgm:prSet presAssocID="{952E2778-8734-4203-ABAB-33D2ADC910F0}" presName="descendantText" presStyleLbl="alignNode1" presStyleIdx="9" presStyleCnt="10">
        <dgm:presLayoutVars>
          <dgm:bulletEnabled/>
        </dgm:presLayoutVars>
      </dgm:prSet>
      <dgm:spPr/>
    </dgm:pt>
  </dgm:ptLst>
  <dgm:cxnLst>
    <dgm:cxn modelId="{3F080106-2A16-45B0-9240-0A935CB70E36}" type="presOf" srcId="{BAFBEF43-FD95-413B-B2AC-312BE359D26D}" destId="{46F34278-9997-4834-92FC-1B05405F71FC}" srcOrd="0" destOrd="0" presId="urn:microsoft.com/office/officeart/2016/7/layout/VerticalHollowActionList"/>
    <dgm:cxn modelId="{7F48FD2A-D2AE-4DE5-8C1F-8F80E93FCEAE}" srcId="{C1BF7C63-F4DC-40B0-94A4-C1A4B9EC787C}" destId="{C0917C14-CAAF-4515-936B-69FB99FBDF8B}" srcOrd="5" destOrd="0" parTransId="{C4D9E5C7-D008-4EE6-A686-86E49C49DD2C}" sibTransId="{C00CB938-4DE2-4668-ABA8-4256DD091A33}"/>
    <dgm:cxn modelId="{78376231-EB12-4733-A808-7535BB1DD79F}" type="presOf" srcId="{A492D831-3769-47DE-A7CC-1BE5BAAFFACE}" destId="{E2473E9E-8FCC-4B3E-A5AA-6A7606A19EB0}" srcOrd="0" destOrd="0" presId="urn:microsoft.com/office/officeart/2016/7/layout/VerticalHollowActionList"/>
    <dgm:cxn modelId="{F51E7936-A961-47D3-AC22-541C50C97763}" srcId="{C1BF7C63-F4DC-40B0-94A4-C1A4B9EC787C}" destId="{76CF4F17-61BA-40F2-BF79-7BDCFB89CB8D}" srcOrd="3" destOrd="0" parTransId="{220D3B9E-E676-4FA1-9AD6-2AC44A590F50}" sibTransId="{9505BC2A-0093-4B3A-879E-2066F5DC0FC5}"/>
    <dgm:cxn modelId="{EAADD93B-9713-40B5-BBAE-3A748C26E641}" type="presOf" srcId="{FCBE6BE7-3BB9-4BA7-9C95-AB9F80420201}" destId="{CD2D7AFB-5858-497B-90A9-186F5791D5F4}" srcOrd="0" destOrd="0" presId="urn:microsoft.com/office/officeart/2016/7/layout/VerticalHollowActionList"/>
    <dgm:cxn modelId="{4106963C-FBE4-4802-85A5-6AF479069C94}" srcId="{055B4BE1-D88C-4509-B2F1-3B6ACCCAE5C2}" destId="{BCC193BE-2111-4BCD-8F5F-4BB1AE68FD3B}" srcOrd="0" destOrd="0" parTransId="{F3E886C6-21B5-4DE7-A672-FEA5C809B142}" sibTransId="{39CECB2B-2DCC-4B45-8C9F-49D6269A613C}"/>
    <dgm:cxn modelId="{B4E0783D-95B9-4C38-8B83-181782D30797}" type="presOf" srcId="{DA09EA14-13CA-42AD-9153-1EA0D8B6E56B}" destId="{3F2FD247-919C-443F-9A53-AE752BAC135F}" srcOrd="0" destOrd="0" presId="urn:microsoft.com/office/officeart/2016/7/layout/VerticalHollowActionList"/>
    <dgm:cxn modelId="{58E26E3E-EFEB-4B54-8EB8-788ED83BC2F8}" type="presOf" srcId="{EF4B351E-3084-41F1-96A6-69146E9CA3F9}" destId="{E6CE99C5-F5D7-4A65-85AB-0821C0DB0DED}" srcOrd="0" destOrd="0" presId="urn:microsoft.com/office/officeart/2016/7/layout/VerticalHollowActionList"/>
    <dgm:cxn modelId="{B3B34A5E-C23B-4483-9898-60C83305A418}" type="presOf" srcId="{952E2778-8734-4203-ABAB-33D2ADC910F0}" destId="{5F1EAA4F-3F44-4DDD-807B-C8685CBE1A91}" srcOrd="0" destOrd="0" presId="urn:microsoft.com/office/officeart/2016/7/layout/VerticalHollowActionList"/>
    <dgm:cxn modelId="{FA3C3141-7B84-4A62-B6B9-E6BF6E37E2D3}" srcId="{C1BF7C63-F4DC-40B0-94A4-C1A4B9EC787C}" destId="{DA09EA14-13CA-42AD-9153-1EA0D8B6E56B}" srcOrd="4" destOrd="0" parTransId="{ACB2094F-3DF8-4B04-BEE9-79444B10662F}" sibTransId="{3CBDE981-E82F-4128-A230-D7792D9939B4}"/>
    <dgm:cxn modelId="{49183164-094A-40F7-9F0C-A924B1302220}" type="presOf" srcId="{BC7CD994-000F-4299-BF52-D078F5D2846D}" destId="{9898EBE7-FB19-4E71-865A-FCF751CEBEFF}" srcOrd="0" destOrd="0" presId="urn:microsoft.com/office/officeart/2016/7/layout/VerticalHollowActionList"/>
    <dgm:cxn modelId="{C3E54565-25A3-4C7B-B7BA-8D481576B3DF}" type="presOf" srcId="{189FF4B4-048C-4574-9035-2EB5024FF11A}" destId="{44FBE89C-FE27-428B-936E-586D910B32F8}" srcOrd="0" destOrd="0" presId="urn:microsoft.com/office/officeart/2016/7/layout/VerticalHollowActionList"/>
    <dgm:cxn modelId="{BE2BEB65-11DB-43C1-8F29-B78CA90C7EB1}" srcId="{C1BF7C63-F4DC-40B0-94A4-C1A4B9EC787C}" destId="{BAFBEF43-FD95-413B-B2AC-312BE359D26D}" srcOrd="8" destOrd="0" parTransId="{9A1D83AE-4CC8-4A4E-9778-270ED0BC6AD4}" sibTransId="{CB7D3829-B69E-4272-9FB0-ACC526E9160E}"/>
    <dgm:cxn modelId="{07561667-6F33-4968-B15D-7F64E3BC8BA5}" type="presOf" srcId="{C1BF7C63-F4DC-40B0-94A4-C1A4B9EC787C}" destId="{D573EA96-ECAB-4EFD-A364-C5CFE28CA485}" srcOrd="0" destOrd="0" presId="urn:microsoft.com/office/officeart/2016/7/layout/VerticalHollowActionList"/>
    <dgm:cxn modelId="{F2068E70-4786-4BC8-883E-BEB61354F1A1}" srcId="{189FF4B4-048C-4574-9035-2EB5024FF11A}" destId="{8C0B0ABB-4B77-4E30-A7A8-B6DD6DA73277}" srcOrd="0" destOrd="0" parTransId="{E8B46F02-E829-41AB-87A8-93FA0F579744}" sibTransId="{DAFC91F5-1ABB-4DFB-B168-B533C76CD95E}"/>
    <dgm:cxn modelId="{3B5C2B72-2F4F-4E61-909F-1BEB3EDF8E94}" type="presOf" srcId="{02195A1B-272A-4358-B572-705B56D958EF}" destId="{BD601CF9-B86E-40F1-91B6-390AD223478A}" srcOrd="0" destOrd="0" presId="urn:microsoft.com/office/officeart/2016/7/layout/VerticalHollowActionList"/>
    <dgm:cxn modelId="{4C588573-A04A-4BF7-9E5B-690C9CEB26BD}" type="presOf" srcId="{8C0B0ABB-4B77-4E30-A7A8-B6DD6DA73277}" destId="{29A92A0B-A190-4742-BA4B-BDA618413DC5}" srcOrd="0" destOrd="0" presId="urn:microsoft.com/office/officeart/2016/7/layout/VerticalHollowActionList"/>
    <dgm:cxn modelId="{39459374-3BEC-4CC4-AFF7-383130D917EC}" srcId="{C1BF7C63-F4DC-40B0-94A4-C1A4B9EC787C}" destId="{952E2778-8734-4203-ABAB-33D2ADC910F0}" srcOrd="9" destOrd="0" parTransId="{468F9ED9-7544-4A9A-9FC6-8138A4DA6ACF}" sibTransId="{AE018D5D-0F46-4238-A5B8-54DCDDABA3E1}"/>
    <dgm:cxn modelId="{08FC8E56-F272-488E-8695-0BCE0A6739CA}" srcId="{C0917C14-CAAF-4515-936B-69FB99FBDF8B}" destId="{02195A1B-272A-4358-B572-705B56D958EF}" srcOrd="0" destOrd="0" parTransId="{78DB6C7B-6398-4DE6-A8D2-695F61D10536}" sibTransId="{A543BD0C-1A05-412D-9E57-425B50B51460}"/>
    <dgm:cxn modelId="{5B9D9056-C2AC-49A3-B5E2-D8A6A66CCE31}" srcId="{BAFBEF43-FD95-413B-B2AC-312BE359D26D}" destId="{FCBE6BE7-3BB9-4BA7-9C95-AB9F80420201}" srcOrd="0" destOrd="0" parTransId="{1ED4B347-DECB-45BA-A4E8-BA54CD8C24BD}" sibTransId="{498366E0-4889-4A62-BA35-11F144B87C4B}"/>
    <dgm:cxn modelId="{538A4D5A-C1E9-4CE8-ACCC-D30FE06896E5}" srcId="{C1BF7C63-F4DC-40B0-94A4-C1A4B9EC787C}" destId="{189FF4B4-048C-4574-9035-2EB5024FF11A}" srcOrd="1" destOrd="0" parTransId="{99132981-7378-479F-98AE-1D7DFB61B76B}" sibTransId="{7AE580EC-F22F-49FD-A71B-1C780486B0C6}"/>
    <dgm:cxn modelId="{AC6CCC92-845E-4F55-8480-53DC0B77AEEB}" type="presOf" srcId="{055B4BE1-D88C-4509-B2F1-3B6ACCCAE5C2}" destId="{F3E0AC3A-8253-4D5E-B374-794055E5BD93}" srcOrd="0" destOrd="0" presId="urn:microsoft.com/office/officeart/2016/7/layout/VerticalHollowActionList"/>
    <dgm:cxn modelId="{55BEB393-D367-43F7-A2D4-F697A6941840}" srcId="{952E2778-8734-4203-ABAB-33D2ADC910F0}" destId="{BC7CD994-000F-4299-BF52-D078F5D2846D}" srcOrd="0" destOrd="0" parTransId="{EA2F51A5-E866-42CA-B5CF-65805F163376}" sibTransId="{4CC47E7E-ED00-4178-8F67-C582E97D3137}"/>
    <dgm:cxn modelId="{8E823696-2992-4EE7-A838-F9C5BB1AE7DF}" srcId="{EF4B351E-3084-41F1-96A6-69146E9CA3F9}" destId="{14D46379-3EA1-4CBC-9DC8-9E339D0DF0F6}" srcOrd="0" destOrd="0" parTransId="{9C8385A8-E090-4371-9CBC-E856F71B94C2}" sibTransId="{A2238DCC-5B09-40AE-B21D-9E10F7327BF5}"/>
    <dgm:cxn modelId="{C64E7DA0-0960-4529-B0AA-E4E911EAE1FA}" type="presOf" srcId="{C0917C14-CAAF-4515-936B-69FB99FBDF8B}" destId="{63B7D03E-F5F3-4604-8B0C-E9ECAB0CFB79}" srcOrd="0" destOrd="0" presId="urn:microsoft.com/office/officeart/2016/7/layout/VerticalHollowActionList"/>
    <dgm:cxn modelId="{9B89CAA6-A01A-4247-AA33-5117700324AE}" type="presOf" srcId="{BCC193BE-2111-4BCD-8F5F-4BB1AE68FD3B}" destId="{F0F79C1E-8E08-468B-AA02-0AF3D519CDDA}" srcOrd="0" destOrd="0" presId="urn:microsoft.com/office/officeart/2016/7/layout/VerticalHollowActionList"/>
    <dgm:cxn modelId="{7D7293AA-A474-495E-8089-983F2B85C669}" type="presOf" srcId="{21C5CC42-9B60-4F7F-A684-93CBFDD06D44}" destId="{BBC2BD8D-9BA5-407C-8815-8CB8A87060F0}" srcOrd="0" destOrd="0" presId="urn:microsoft.com/office/officeart/2016/7/layout/VerticalHollowActionList"/>
    <dgm:cxn modelId="{72FE41AC-253E-489B-96E6-3D19FC3A43FB}" srcId="{C1BF7C63-F4DC-40B0-94A4-C1A4B9EC787C}" destId="{EF4B351E-3084-41F1-96A6-69146E9CA3F9}" srcOrd="6" destOrd="0" parTransId="{F46C6FA7-BF03-4F79-927B-352D2FD9EA81}" sibTransId="{EED2FCE5-804B-43E7-A905-FF2886286AA7}"/>
    <dgm:cxn modelId="{40392CBC-DFCF-4AA5-970D-BFA15081DDEE}" srcId="{DA09EA14-13CA-42AD-9153-1EA0D8B6E56B}" destId="{9008D6AD-1F55-41A0-89CC-7B6DDAD39966}" srcOrd="0" destOrd="0" parTransId="{605289E7-E2DC-4A9B-AF44-FC91F9A346EB}" sibTransId="{13692AD4-FF85-40AF-84AE-8D059D4ADA07}"/>
    <dgm:cxn modelId="{87CE78BD-BED2-466E-851B-7A73E6099B34}" type="presOf" srcId="{9008D6AD-1F55-41A0-89CC-7B6DDAD39966}" destId="{0DC1AB47-5CCC-47E4-AEDB-78600EC240CA}" srcOrd="0" destOrd="0" presId="urn:microsoft.com/office/officeart/2016/7/layout/VerticalHollowActionList"/>
    <dgm:cxn modelId="{AC32BCBD-2FDD-4AAC-B8C0-7412C19A074B}" srcId="{C1BF7C63-F4DC-40B0-94A4-C1A4B9EC787C}" destId="{055B4BE1-D88C-4509-B2F1-3B6ACCCAE5C2}" srcOrd="2" destOrd="0" parTransId="{830178AC-15B2-45A7-927F-50A817161DE9}" sibTransId="{B4E0AC17-70CD-4A5C-915E-23719523CD38}"/>
    <dgm:cxn modelId="{A039A6C8-665C-4C8D-9044-E684E72C4E76}" srcId="{A492D831-3769-47DE-A7CC-1BE5BAAFFACE}" destId="{21C5CC42-9B60-4F7F-A684-93CBFDD06D44}" srcOrd="0" destOrd="0" parTransId="{5B91DD2B-3295-47BC-9AC8-35C284C6F921}" sibTransId="{AA5C9CB5-17EA-4EF9-9729-B61C685BA6AA}"/>
    <dgm:cxn modelId="{F5C4F3D5-425A-4FCA-A69D-A798F4C65B83}" srcId="{01E5C5D6-D733-40CA-A633-0E67485EAEDA}" destId="{F8DA5FB4-51EB-406B-8201-BE26177A67F6}" srcOrd="0" destOrd="0" parTransId="{8A1057C9-F692-450A-817B-F1A3DAA3F63C}" sibTransId="{D16D37B9-16ED-4A98-B5D5-1A4EEDCEEBED}"/>
    <dgm:cxn modelId="{88833FDB-0DCA-4108-B885-9D038E493003}" type="presOf" srcId="{14D46379-3EA1-4CBC-9DC8-9E339D0DF0F6}" destId="{305DF7E8-A46A-49CE-A509-FF0698C4AD63}" srcOrd="0" destOrd="0" presId="urn:microsoft.com/office/officeart/2016/7/layout/VerticalHollowActionList"/>
    <dgm:cxn modelId="{D7C509DD-B80B-440B-81BE-4D1631AA5461}" type="presOf" srcId="{F8DA5FB4-51EB-406B-8201-BE26177A67F6}" destId="{4D6B483A-08B7-474C-81A6-E23497084B1F}" srcOrd="0" destOrd="0" presId="urn:microsoft.com/office/officeart/2016/7/layout/VerticalHollowActionList"/>
    <dgm:cxn modelId="{BD8823DF-B284-4352-B704-8D39D511B1BC}" srcId="{76CF4F17-61BA-40F2-BF79-7BDCFB89CB8D}" destId="{9AFC9949-7683-47D1-B83F-7442D5B3B09B}" srcOrd="0" destOrd="0" parTransId="{8DCEAA6E-42CE-4069-95B3-44595B873FDE}" sibTransId="{8556395C-CB3F-4204-B347-0001978A662E}"/>
    <dgm:cxn modelId="{25C37FE1-EF8D-4B55-96E8-06EF3AE5284F}" type="presOf" srcId="{9AFC9949-7683-47D1-B83F-7442D5B3B09B}" destId="{8963B9DB-ACB6-4365-9B3B-747548873051}" srcOrd="0" destOrd="0" presId="urn:microsoft.com/office/officeart/2016/7/layout/VerticalHollowActionList"/>
    <dgm:cxn modelId="{44AF70EE-41AC-4C66-9838-D1D801D3847F}" srcId="{C1BF7C63-F4DC-40B0-94A4-C1A4B9EC787C}" destId="{A492D831-3769-47DE-A7CC-1BE5BAAFFACE}" srcOrd="7" destOrd="0" parTransId="{33CD26D6-3084-4E0D-92E3-24FF0F292203}" sibTransId="{78EAD4D1-E9E8-432F-BE73-DE1A98947DB1}"/>
    <dgm:cxn modelId="{3BB07BF4-86BA-4C4D-88E5-195847D75FF0}" type="presOf" srcId="{01E5C5D6-D733-40CA-A633-0E67485EAEDA}" destId="{F1C36575-9CB4-49DA-9FE9-CC08449B79B4}" srcOrd="0" destOrd="0" presId="urn:microsoft.com/office/officeart/2016/7/layout/VerticalHollowActionList"/>
    <dgm:cxn modelId="{5FC45CF6-FFAD-46C7-85BD-75E6220AD51E}" srcId="{C1BF7C63-F4DC-40B0-94A4-C1A4B9EC787C}" destId="{01E5C5D6-D733-40CA-A633-0E67485EAEDA}" srcOrd="0" destOrd="0" parTransId="{AA0A1E44-6618-4B0D-84C1-790E5BE7490D}" sibTransId="{AD160A21-B840-4C21-9B76-0C403795779E}"/>
    <dgm:cxn modelId="{125A75FF-D624-4035-B8D1-4236D15BAB6A}" type="presOf" srcId="{76CF4F17-61BA-40F2-BF79-7BDCFB89CB8D}" destId="{12F9CD1D-F562-477B-99C9-A36E3F6744FC}" srcOrd="0" destOrd="0" presId="urn:microsoft.com/office/officeart/2016/7/layout/VerticalHollowActionList"/>
    <dgm:cxn modelId="{7E9750A1-2115-49B1-89EC-AB8912B4A574}" type="presParOf" srcId="{D573EA96-ECAB-4EFD-A364-C5CFE28CA485}" destId="{508CBD65-A143-4A28-ABEA-D47CF2943A85}" srcOrd="0" destOrd="0" presId="urn:microsoft.com/office/officeart/2016/7/layout/VerticalHollowActionList"/>
    <dgm:cxn modelId="{749202E0-2EEA-4DDD-BF80-80353F89CD0E}" type="presParOf" srcId="{508CBD65-A143-4A28-ABEA-D47CF2943A85}" destId="{F1C36575-9CB4-49DA-9FE9-CC08449B79B4}" srcOrd="0" destOrd="0" presId="urn:microsoft.com/office/officeart/2016/7/layout/VerticalHollowActionList"/>
    <dgm:cxn modelId="{109CEF58-1991-441B-86B0-DBF79BCEEF03}" type="presParOf" srcId="{508CBD65-A143-4A28-ABEA-D47CF2943A85}" destId="{4D6B483A-08B7-474C-81A6-E23497084B1F}" srcOrd="1" destOrd="0" presId="urn:microsoft.com/office/officeart/2016/7/layout/VerticalHollowActionList"/>
    <dgm:cxn modelId="{F6799AE4-B4D7-450F-801C-4B4D8C49C5F2}" type="presParOf" srcId="{D573EA96-ECAB-4EFD-A364-C5CFE28CA485}" destId="{5A2A1448-D947-49CF-87AF-8047CE183862}" srcOrd="1" destOrd="0" presId="urn:microsoft.com/office/officeart/2016/7/layout/VerticalHollowActionList"/>
    <dgm:cxn modelId="{588692BD-7CB9-4C48-A872-EB6FE14127C3}" type="presParOf" srcId="{D573EA96-ECAB-4EFD-A364-C5CFE28CA485}" destId="{01F57A7A-6625-4BED-91E9-9ABED30A6C85}" srcOrd="2" destOrd="0" presId="urn:microsoft.com/office/officeart/2016/7/layout/VerticalHollowActionList"/>
    <dgm:cxn modelId="{51DEF3D4-8E20-48E1-B1DD-C257D6A09F37}" type="presParOf" srcId="{01F57A7A-6625-4BED-91E9-9ABED30A6C85}" destId="{44FBE89C-FE27-428B-936E-586D910B32F8}" srcOrd="0" destOrd="0" presId="urn:microsoft.com/office/officeart/2016/7/layout/VerticalHollowActionList"/>
    <dgm:cxn modelId="{CC55D0BB-A647-4379-9CC9-941F4B398D0F}" type="presParOf" srcId="{01F57A7A-6625-4BED-91E9-9ABED30A6C85}" destId="{29A92A0B-A190-4742-BA4B-BDA618413DC5}" srcOrd="1" destOrd="0" presId="urn:microsoft.com/office/officeart/2016/7/layout/VerticalHollowActionList"/>
    <dgm:cxn modelId="{F531BE32-4BEE-4510-A608-CA26716F9828}" type="presParOf" srcId="{D573EA96-ECAB-4EFD-A364-C5CFE28CA485}" destId="{7D589715-27C8-4975-8945-BDC62E6297AD}" srcOrd="3" destOrd="0" presId="urn:microsoft.com/office/officeart/2016/7/layout/VerticalHollowActionList"/>
    <dgm:cxn modelId="{1E829EDE-7057-4ECF-B38F-9768B499A91A}" type="presParOf" srcId="{D573EA96-ECAB-4EFD-A364-C5CFE28CA485}" destId="{DC5D1A2F-4DAC-467A-A034-39269A31C3AE}" srcOrd="4" destOrd="0" presId="urn:microsoft.com/office/officeart/2016/7/layout/VerticalHollowActionList"/>
    <dgm:cxn modelId="{51A6B03C-0493-42D6-BBEA-280A27187D98}" type="presParOf" srcId="{DC5D1A2F-4DAC-467A-A034-39269A31C3AE}" destId="{F3E0AC3A-8253-4D5E-B374-794055E5BD93}" srcOrd="0" destOrd="0" presId="urn:microsoft.com/office/officeart/2016/7/layout/VerticalHollowActionList"/>
    <dgm:cxn modelId="{566C9C17-A3DE-42FA-9D40-DD6D408C980B}" type="presParOf" srcId="{DC5D1A2F-4DAC-467A-A034-39269A31C3AE}" destId="{F0F79C1E-8E08-468B-AA02-0AF3D519CDDA}" srcOrd="1" destOrd="0" presId="urn:microsoft.com/office/officeart/2016/7/layout/VerticalHollowActionList"/>
    <dgm:cxn modelId="{77D4EDB6-93A0-44F9-B625-914AD6D1EB41}" type="presParOf" srcId="{D573EA96-ECAB-4EFD-A364-C5CFE28CA485}" destId="{6F26CD3A-5934-42B0-99AF-952758A3D2B6}" srcOrd="5" destOrd="0" presId="urn:microsoft.com/office/officeart/2016/7/layout/VerticalHollowActionList"/>
    <dgm:cxn modelId="{78DD06F6-598B-4E77-ACB2-F6769A65E5F3}" type="presParOf" srcId="{D573EA96-ECAB-4EFD-A364-C5CFE28CA485}" destId="{262EEBDD-6A37-4796-81ED-88266F22DA9B}" srcOrd="6" destOrd="0" presId="urn:microsoft.com/office/officeart/2016/7/layout/VerticalHollowActionList"/>
    <dgm:cxn modelId="{C121746F-30CC-45E4-8182-EA9CEF7E4C90}" type="presParOf" srcId="{262EEBDD-6A37-4796-81ED-88266F22DA9B}" destId="{12F9CD1D-F562-477B-99C9-A36E3F6744FC}" srcOrd="0" destOrd="0" presId="urn:microsoft.com/office/officeart/2016/7/layout/VerticalHollowActionList"/>
    <dgm:cxn modelId="{ABD8C919-2E16-4B60-A013-D87F09EB356E}" type="presParOf" srcId="{262EEBDD-6A37-4796-81ED-88266F22DA9B}" destId="{8963B9DB-ACB6-4365-9B3B-747548873051}" srcOrd="1" destOrd="0" presId="urn:microsoft.com/office/officeart/2016/7/layout/VerticalHollowActionList"/>
    <dgm:cxn modelId="{BE263257-ADAB-45D9-8E88-2028318D5DC4}" type="presParOf" srcId="{D573EA96-ECAB-4EFD-A364-C5CFE28CA485}" destId="{89A94F59-8F40-4581-856A-487FF12A70CF}" srcOrd="7" destOrd="0" presId="urn:microsoft.com/office/officeart/2016/7/layout/VerticalHollowActionList"/>
    <dgm:cxn modelId="{C19DDE88-4814-4173-8B20-73B8F620CAEC}" type="presParOf" srcId="{D573EA96-ECAB-4EFD-A364-C5CFE28CA485}" destId="{D31A097B-572A-4340-9CA5-FA8FA6D19661}" srcOrd="8" destOrd="0" presId="urn:microsoft.com/office/officeart/2016/7/layout/VerticalHollowActionList"/>
    <dgm:cxn modelId="{B8E1353C-2084-4DA6-B245-2E5E606559CE}" type="presParOf" srcId="{D31A097B-572A-4340-9CA5-FA8FA6D19661}" destId="{3F2FD247-919C-443F-9A53-AE752BAC135F}" srcOrd="0" destOrd="0" presId="urn:microsoft.com/office/officeart/2016/7/layout/VerticalHollowActionList"/>
    <dgm:cxn modelId="{97B05D93-258A-45D2-89E4-6CC5FD1A74FD}" type="presParOf" srcId="{D31A097B-572A-4340-9CA5-FA8FA6D19661}" destId="{0DC1AB47-5CCC-47E4-AEDB-78600EC240CA}" srcOrd="1" destOrd="0" presId="urn:microsoft.com/office/officeart/2016/7/layout/VerticalHollowActionList"/>
    <dgm:cxn modelId="{814A4A97-3E31-4FC1-81C9-921A381F17ED}" type="presParOf" srcId="{D573EA96-ECAB-4EFD-A364-C5CFE28CA485}" destId="{B4A44334-D074-416E-BE6D-1D51E5CB9E2C}" srcOrd="9" destOrd="0" presId="urn:microsoft.com/office/officeart/2016/7/layout/VerticalHollowActionList"/>
    <dgm:cxn modelId="{561A38E3-D0ED-4FC6-8859-2438987076A9}" type="presParOf" srcId="{D573EA96-ECAB-4EFD-A364-C5CFE28CA485}" destId="{9D82E40E-24E7-4E73-9064-BD0B1292C86E}" srcOrd="10" destOrd="0" presId="urn:microsoft.com/office/officeart/2016/7/layout/VerticalHollowActionList"/>
    <dgm:cxn modelId="{75430ACE-B6F2-46BA-AFBC-92148CDD9E2C}" type="presParOf" srcId="{9D82E40E-24E7-4E73-9064-BD0B1292C86E}" destId="{63B7D03E-F5F3-4604-8B0C-E9ECAB0CFB79}" srcOrd="0" destOrd="0" presId="urn:microsoft.com/office/officeart/2016/7/layout/VerticalHollowActionList"/>
    <dgm:cxn modelId="{9556AEE6-0E69-4B4D-AF79-C42BCC2B891C}" type="presParOf" srcId="{9D82E40E-24E7-4E73-9064-BD0B1292C86E}" destId="{BD601CF9-B86E-40F1-91B6-390AD223478A}" srcOrd="1" destOrd="0" presId="urn:microsoft.com/office/officeart/2016/7/layout/VerticalHollowActionList"/>
    <dgm:cxn modelId="{9063F9EC-73B2-4F85-A6AC-4EAB04650D2B}" type="presParOf" srcId="{D573EA96-ECAB-4EFD-A364-C5CFE28CA485}" destId="{0F96BF96-2392-400B-AC74-E4877015C4AA}" srcOrd="11" destOrd="0" presId="urn:microsoft.com/office/officeart/2016/7/layout/VerticalHollowActionList"/>
    <dgm:cxn modelId="{AAE846BB-B135-4DBE-B871-39DE21E61BD9}" type="presParOf" srcId="{D573EA96-ECAB-4EFD-A364-C5CFE28CA485}" destId="{4C5BDF45-AC6B-4755-B43A-AF5FA1016699}" srcOrd="12" destOrd="0" presId="urn:microsoft.com/office/officeart/2016/7/layout/VerticalHollowActionList"/>
    <dgm:cxn modelId="{656C4656-9BE6-4D51-AC33-B846402E326B}" type="presParOf" srcId="{4C5BDF45-AC6B-4755-B43A-AF5FA1016699}" destId="{E6CE99C5-F5D7-4A65-85AB-0821C0DB0DED}" srcOrd="0" destOrd="0" presId="urn:microsoft.com/office/officeart/2016/7/layout/VerticalHollowActionList"/>
    <dgm:cxn modelId="{F3B0EBA1-E1F8-45FF-A2D1-22456B602DCF}" type="presParOf" srcId="{4C5BDF45-AC6B-4755-B43A-AF5FA1016699}" destId="{305DF7E8-A46A-49CE-A509-FF0698C4AD63}" srcOrd="1" destOrd="0" presId="urn:microsoft.com/office/officeart/2016/7/layout/VerticalHollowActionList"/>
    <dgm:cxn modelId="{00FDFCE0-25EB-44A3-BFFA-DFF7D4DA3BD0}" type="presParOf" srcId="{D573EA96-ECAB-4EFD-A364-C5CFE28CA485}" destId="{E7D522A7-D210-4662-A9E2-1FBFFDAAC709}" srcOrd="13" destOrd="0" presId="urn:microsoft.com/office/officeart/2016/7/layout/VerticalHollowActionList"/>
    <dgm:cxn modelId="{EF679B61-7E8D-4FB4-8339-CBE9C96E9E1C}" type="presParOf" srcId="{D573EA96-ECAB-4EFD-A364-C5CFE28CA485}" destId="{30878D82-DFF4-4324-BB6E-CB0FB5E228BF}" srcOrd="14" destOrd="0" presId="urn:microsoft.com/office/officeart/2016/7/layout/VerticalHollowActionList"/>
    <dgm:cxn modelId="{8775C13D-D34A-430F-B3EF-9C2D4616DE8D}" type="presParOf" srcId="{30878D82-DFF4-4324-BB6E-CB0FB5E228BF}" destId="{E2473E9E-8FCC-4B3E-A5AA-6A7606A19EB0}" srcOrd="0" destOrd="0" presId="urn:microsoft.com/office/officeart/2016/7/layout/VerticalHollowActionList"/>
    <dgm:cxn modelId="{9E798DA2-C66B-421F-82BA-407A94C7FDE8}" type="presParOf" srcId="{30878D82-DFF4-4324-BB6E-CB0FB5E228BF}" destId="{BBC2BD8D-9BA5-407C-8815-8CB8A87060F0}" srcOrd="1" destOrd="0" presId="urn:microsoft.com/office/officeart/2016/7/layout/VerticalHollowActionList"/>
    <dgm:cxn modelId="{0EDF5620-0DD2-4D29-AE3C-EC595C0DA3C6}" type="presParOf" srcId="{D573EA96-ECAB-4EFD-A364-C5CFE28CA485}" destId="{4F2D2E19-2D98-452E-9DF2-A52D5465904D}" srcOrd="15" destOrd="0" presId="urn:microsoft.com/office/officeart/2016/7/layout/VerticalHollowActionList"/>
    <dgm:cxn modelId="{8939BEF0-0268-4A66-9ECF-F3A70E309200}" type="presParOf" srcId="{D573EA96-ECAB-4EFD-A364-C5CFE28CA485}" destId="{5DF0063A-B165-4387-B82A-8296D3498C66}" srcOrd="16" destOrd="0" presId="urn:microsoft.com/office/officeart/2016/7/layout/VerticalHollowActionList"/>
    <dgm:cxn modelId="{902C9E1D-F202-479F-935D-5117A6EA6018}" type="presParOf" srcId="{5DF0063A-B165-4387-B82A-8296D3498C66}" destId="{46F34278-9997-4834-92FC-1B05405F71FC}" srcOrd="0" destOrd="0" presId="urn:microsoft.com/office/officeart/2016/7/layout/VerticalHollowActionList"/>
    <dgm:cxn modelId="{81A97E8C-CD95-4F7D-A32A-7F25C3FBF0D9}" type="presParOf" srcId="{5DF0063A-B165-4387-B82A-8296D3498C66}" destId="{CD2D7AFB-5858-497B-90A9-186F5791D5F4}" srcOrd="1" destOrd="0" presId="urn:microsoft.com/office/officeart/2016/7/layout/VerticalHollowActionList"/>
    <dgm:cxn modelId="{967EB5E3-D343-4133-A9B6-C5ACD573F792}" type="presParOf" srcId="{D573EA96-ECAB-4EFD-A364-C5CFE28CA485}" destId="{FBC21F7E-3D0A-4C3C-B396-7E35E525378D}" srcOrd="17" destOrd="0" presId="urn:microsoft.com/office/officeart/2016/7/layout/VerticalHollowActionList"/>
    <dgm:cxn modelId="{60C813C6-4E4C-4100-96C9-201C355F6D5D}" type="presParOf" srcId="{D573EA96-ECAB-4EFD-A364-C5CFE28CA485}" destId="{27B4D105-8759-409C-9CFF-3DDBAFFACEBD}" srcOrd="18" destOrd="0" presId="urn:microsoft.com/office/officeart/2016/7/layout/VerticalHollowActionList"/>
    <dgm:cxn modelId="{A08020B6-8BD2-4F37-9CF6-54571353EE53}" type="presParOf" srcId="{27B4D105-8759-409C-9CFF-3DDBAFFACEBD}" destId="{5F1EAA4F-3F44-4DDD-807B-C8685CBE1A91}" srcOrd="0" destOrd="0" presId="urn:microsoft.com/office/officeart/2016/7/layout/VerticalHollowActionList"/>
    <dgm:cxn modelId="{9733B080-F0E7-485C-930F-8DF3F7F4C97E}" type="presParOf" srcId="{27B4D105-8759-409C-9CFF-3DDBAFFACEBD}" destId="{9898EBE7-FB19-4E71-865A-FCF751CEBEFF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6B483A-08B7-474C-81A6-E23497084B1F}">
      <dsp:nvSpPr>
        <dsp:cNvPr id="0" name=""/>
        <dsp:cNvSpPr/>
      </dsp:nvSpPr>
      <dsp:spPr>
        <a:xfrm>
          <a:off x="1333366" y="805"/>
          <a:ext cx="5333466" cy="51729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131393" rIns="103484" bIns="13139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 Security Risk</a:t>
          </a:r>
        </a:p>
      </dsp:txBody>
      <dsp:txXfrm>
        <a:off x="1333366" y="805"/>
        <a:ext cx="5333466" cy="517296"/>
      </dsp:txXfrm>
    </dsp:sp>
    <dsp:sp modelId="{F1C36575-9CB4-49DA-9FE9-CC08449B79B4}">
      <dsp:nvSpPr>
        <dsp:cNvPr id="0" name=""/>
        <dsp:cNvSpPr/>
      </dsp:nvSpPr>
      <dsp:spPr>
        <a:xfrm>
          <a:off x="0" y="805"/>
          <a:ext cx="1333366" cy="51729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51097" rIns="70557" bIns="5109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Reduce</a:t>
          </a:r>
        </a:p>
      </dsp:txBody>
      <dsp:txXfrm>
        <a:off x="0" y="805"/>
        <a:ext cx="1333366" cy="517296"/>
      </dsp:txXfrm>
    </dsp:sp>
    <dsp:sp modelId="{29A92A0B-A190-4742-BA4B-BDA618413DC5}">
      <dsp:nvSpPr>
        <dsp:cNvPr id="0" name=""/>
        <dsp:cNvSpPr/>
      </dsp:nvSpPr>
      <dsp:spPr>
        <a:xfrm>
          <a:off x="1333366" y="549140"/>
          <a:ext cx="5333466" cy="51729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131393" rIns="103484" bIns="13139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Protect Sensitive Data</a:t>
          </a:r>
        </a:p>
      </dsp:txBody>
      <dsp:txXfrm>
        <a:off x="1333366" y="549140"/>
        <a:ext cx="5333466" cy="517296"/>
      </dsp:txXfrm>
    </dsp:sp>
    <dsp:sp modelId="{44FBE89C-FE27-428B-936E-586D910B32F8}">
      <dsp:nvSpPr>
        <dsp:cNvPr id="0" name=""/>
        <dsp:cNvSpPr/>
      </dsp:nvSpPr>
      <dsp:spPr>
        <a:xfrm>
          <a:off x="0" y="549140"/>
          <a:ext cx="1333366" cy="51729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51097" rIns="70557" bIns="5109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Protect</a:t>
          </a:r>
        </a:p>
      </dsp:txBody>
      <dsp:txXfrm>
        <a:off x="0" y="549140"/>
        <a:ext cx="1333366" cy="517296"/>
      </dsp:txXfrm>
    </dsp:sp>
    <dsp:sp modelId="{F0F79C1E-8E08-468B-AA02-0AF3D519CDDA}">
      <dsp:nvSpPr>
        <dsp:cNvPr id="0" name=""/>
        <dsp:cNvSpPr/>
      </dsp:nvSpPr>
      <dsp:spPr>
        <a:xfrm>
          <a:off x="1333366" y="1097474"/>
          <a:ext cx="5333466" cy="51729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131393" rIns="103484" bIns="13139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Prevent Costly Incidents</a:t>
          </a:r>
        </a:p>
      </dsp:txBody>
      <dsp:txXfrm>
        <a:off x="1333366" y="1097474"/>
        <a:ext cx="5333466" cy="517296"/>
      </dsp:txXfrm>
    </dsp:sp>
    <dsp:sp modelId="{F3E0AC3A-8253-4D5E-B374-794055E5BD93}">
      <dsp:nvSpPr>
        <dsp:cNvPr id="0" name=""/>
        <dsp:cNvSpPr/>
      </dsp:nvSpPr>
      <dsp:spPr>
        <a:xfrm>
          <a:off x="0" y="1097474"/>
          <a:ext cx="1333366" cy="51729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51097" rIns="70557" bIns="5109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Prevent</a:t>
          </a:r>
        </a:p>
      </dsp:txBody>
      <dsp:txXfrm>
        <a:off x="0" y="1097474"/>
        <a:ext cx="1333366" cy="517296"/>
      </dsp:txXfrm>
    </dsp:sp>
    <dsp:sp modelId="{8963B9DB-ACB6-4365-9B3B-747548873051}">
      <dsp:nvSpPr>
        <dsp:cNvPr id="0" name=""/>
        <dsp:cNvSpPr/>
      </dsp:nvSpPr>
      <dsp:spPr>
        <a:xfrm>
          <a:off x="1333366" y="1645809"/>
          <a:ext cx="5333466" cy="51729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131393" rIns="103484" bIns="13139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Enable Safe AI Adoption</a:t>
          </a:r>
        </a:p>
      </dsp:txBody>
      <dsp:txXfrm>
        <a:off x="1333366" y="1645809"/>
        <a:ext cx="5333466" cy="517296"/>
      </dsp:txXfrm>
    </dsp:sp>
    <dsp:sp modelId="{12F9CD1D-F562-477B-99C9-A36E3F6744FC}">
      <dsp:nvSpPr>
        <dsp:cNvPr id="0" name=""/>
        <dsp:cNvSpPr/>
      </dsp:nvSpPr>
      <dsp:spPr>
        <a:xfrm>
          <a:off x="0" y="1645809"/>
          <a:ext cx="1333366" cy="51729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51097" rIns="70557" bIns="5109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Enable</a:t>
          </a:r>
        </a:p>
      </dsp:txBody>
      <dsp:txXfrm>
        <a:off x="0" y="1645809"/>
        <a:ext cx="1333366" cy="517296"/>
      </dsp:txXfrm>
    </dsp:sp>
    <dsp:sp modelId="{0DC1AB47-5CCC-47E4-AEDB-78600EC240CA}">
      <dsp:nvSpPr>
        <dsp:cNvPr id="0" name=""/>
        <dsp:cNvSpPr/>
      </dsp:nvSpPr>
      <dsp:spPr>
        <a:xfrm>
          <a:off x="1333366" y="2194144"/>
          <a:ext cx="5333466" cy="51729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131393" rIns="103484" bIns="13139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Automate Threat Detection</a:t>
          </a:r>
        </a:p>
      </dsp:txBody>
      <dsp:txXfrm>
        <a:off x="1333366" y="2194144"/>
        <a:ext cx="5333466" cy="517296"/>
      </dsp:txXfrm>
    </dsp:sp>
    <dsp:sp modelId="{3F2FD247-919C-443F-9A53-AE752BAC135F}">
      <dsp:nvSpPr>
        <dsp:cNvPr id="0" name=""/>
        <dsp:cNvSpPr/>
      </dsp:nvSpPr>
      <dsp:spPr>
        <a:xfrm>
          <a:off x="0" y="2194144"/>
          <a:ext cx="1333366" cy="51729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51097" rIns="70557" bIns="5109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Automate</a:t>
          </a:r>
        </a:p>
      </dsp:txBody>
      <dsp:txXfrm>
        <a:off x="0" y="2194144"/>
        <a:ext cx="1333366" cy="517296"/>
      </dsp:txXfrm>
    </dsp:sp>
    <dsp:sp modelId="{BD601CF9-B86E-40F1-91B6-390AD223478A}">
      <dsp:nvSpPr>
        <dsp:cNvPr id="0" name=""/>
        <dsp:cNvSpPr/>
      </dsp:nvSpPr>
      <dsp:spPr>
        <a:xfrm>
          <a:off x="1333366" y="2742478"/>
          <a:ext cx="5333466" cy="51729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131393" rIns="103484" bIns="13139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Improve Compliance &amp; Governance</a:t>
          </a:r>
        </a:p>
      </dsp:txBody>
      <dsp:txXfrm>
        <a:off x="1333366" y="2742478"/>
        <a:ext cx="5333466" cy="517296"/>
      </dsp:txXfrm>
    </dsp:sp>
    <dsp:sp modelId="{63B7D03E-F5F3-4604-8B0C-E9ECAB0CFB79}">
      <dsp:nvSpPr>
        <dsp:cNvPr id="0" name=""/>
        <dsp:cNvSpPr/>
      </dsp:nvSpPr>
      <dsp:spPr>
        <a:xfrm>
          <a:off x="0" y="2742478"/>
          <a:ext cx="1333366" cy="51729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51097" rIns="70557" bIns="5109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Improve</a:t>
          </a:r>
        </a:p>
      </dsp:txBody>
      <dsp:txXfrm>
        <a:off x="0" y="2742478"/>
        <a:ext cx="1333366" cy="517296"/>
      </dsp:txXfrm>
    </dsp:sp>
    <dsp:sp modelId="{305DF7E8-A46A-49CE-A509-FF0698C4AD63}">
      <dsp:nvSpPr>
        <dsp:cNvPr id="0" name=""/>
        <dsp:cNvSpPr/>
      </dsp:nvSpPr>
      <dsp:spPr>
        <a:xfrm>
          <a:off x="1333366" y="3290813"/>
          <a:ext cx="5333466" cy="517296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131393" rIns="103484" bIns="13139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Increase Operational Efficiency</a:t>
          </a:r>
        </a:p>
      </dsp:txBody>
      <dsp:txXfrm>
        <a:off x="1333366" y="3290813"/>
        <a:ext cx="5333466" cy="517296"/>
      </dsp:txXfrm>
    </dsp:sp>
    <dsp:sp modelId="{E6CE99C5-F5D7-4A65-85AB-0821C0DB0DED}">
      <dsp:nvSpPr>
        <dsp:cNvPr id="0" name=""/>
        <dsp:cNvSpPr/>
      </dsp:nvSpPr>
      <dsp:spPr>
        <a:xfrm>
          <a:off x="0" y="3290813"/>
          <a:ext cx="1333366" cy="51729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51097" rIns="70557" bIns="5109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Increase</a:t>
          </a:r>
        </a:p>
      </dsp:txBody>
      <dsp:txXfrm>
        <a:off x="0" y="3290813"/>
        <a:ext cx="1333366" cy="517296"/>
      </dsp:txXfrm>
    </dsp:sp>
    <dsp:sp modelId="{BBC2BD8D-9BA5-407C-8815-8CB8A87060F0}">
      <dsp:nvSpPr>
        <dsp:cNvPr id="0" name=""/>
        <dsp:cNvSpPr/>
      </dsp:nvSpPr>
      <dsp:spPr>
        <a:xfrm>
          <a:off x="1333366" y="3839148"/>
          <a:ext cx="5333466" cy="51729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131393" rIns="103484" bIns="13139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Scale AI Securely</a:t>
          </a:r>
        </a:p>
      </dsp:txBody>
      <dsp:txXfrm>
        <a:off x="1333366" y="3839148"/>
        <a:ext cx="5333466" cy="517296"/>
      </dsp:txXfrm>
    </dsp:sp>
    <dsp:sp modelId="{E2473E9E-8FCC-4B3E-A5AA-6A7606A19EB0}">
      <dsp:nvSpPr>
        <dsp:cNvPr id="0" name=""/>
        <dsp:cNvSpPr/>
      </dsp:nvSpPr>
      <dsp:spPr>
        <a:xfrm>
          <a:off x="0" y="3839148"/>
          <a:ext cx="1333366" cy="51729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51097" rIns="70557" bIns="5109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Scale</a:t>
          </a:r>
        </a:p>
      </dsp:txBody>
      <dsp:txXfrm>
        <a:off x="0" y="3839148"/>
        <a:ext cx="1333366" cy="517296"/>
      </dsp:txXfrm>
    </dsp:sp>
    <dsp:sp modelId="{CD2D7AFB-5858-497B-90A9-186F5791D5F4}">
      <dsp:nvSpPr>
        <dsp:cNvPr id="0" name=""/>
        <dsp:cNvSpPr/>
      </dsp:nvSpPr>
      <dsp:spPr>
        <a:xfrm>
          <a:off x="1333366" y="4387482"/>
          <a:ext cx="5333466" cy="51729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131393" rIns="103484" bIns="13139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Build Enterprise Trust</a:t>
          </a:r>
        </a:p>
      </dsp:txBody>
      <dsp:txXfrm>
        <a:off x="1333366" y="4387482"/>
        <a:ext cx="5333466" cy="517296"/>
      </dsp:txXfrm>
    </dsp:sp>
    <dsp:sp modelId="{46F34278-9997-4834-92FC-1B05405F71FC}">
      <dsp:nvSpPr>
        <dsp:cNvPr id="0" name=""/>
        <dsp:cNvSpPr/>
      </dsp:nvSpPr>
      <dsp:spPr>
        <a:xfrm>
          <a:off x="0" y="4387482"/>
          <a:ext cx="1333366" cy="51729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51097" rIns="70557" bIns="5109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Build</a:t>
          </a:r>
        </a:p>
      </dsp:txBody>
      <dsp:txXfrm>
        <a:off x="0" y="4387482"/>
        <a:ext cx="1333366" cy="517296"/>
      </dsp:txXfrm>
    </dsp:sp>
    <dsp:sp modelId="{9898EBE7-FB19-4E71-865A-FCF751CEBEFF}">
      <dsp:nvSpPr>
        <dsp:cNvPr id="0" name=""/>
        <dsp:cNvSpPr/>
      </dsp:nvSpPr>
      <dsp:spPr>
        <a:xfrm>
          <a:off x="1333366" y="4935817"/>
          <a:ext cx="5333466" cy="517296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131393" rIns="103484" bIns="13139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Accelerate AI Adoption</a:t>
          </a:r>
        </a:p>
      </dsp:txBody>
      <dsp:txXfrm>
        <a:off x="1333366" y="4935817"/>
        <a:ext cx="5333466" cy="517296"/>
      </dsp:txXfrm>
    </dsp:sp>
    <dsp:sp modelId="{5F1EAA4F-3F44-4DDD-807B-C8685CBE1A91}">
      <dsp:nvSpPr>
        <dsp:cNvPr id="0" name=""/>
        <dsp:cNvSpPr/>
      </dsp:nvSpPr>
      <dsp:spPr>
        <a:xfrm>
          <a:off x="0" y="4935817"/>
          <a:ext cx="1333366" cy="51729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51097" rIns="70557" bIns="5109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Accelerate</a:t>
          </a:r>
        </a:p>
      </dsp:txBody>
      <dsp:txXfrm>
        <a:off x="0" y="4935817"/>
        <a:ext cx="1333366" cy="5172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D4786-D5CD-0A88-05E4-14D6F8BD263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82513" y="741680"/>
            <a:ext cx="5995933" cy="52322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4000" b="1"/>
            </a:pPr>
            <a:r>
              <a:rPr lang="en-US" dirty="0"/>
              <a:t>Agentic Cybersecurity</a:t>
            </a:r>
            <a:endParaRPr lang="en-US">
              <a:ea typeface="Calibri"/>
              <a:cs typeface="Calibri"/>
            </a:endParaRPr>
          </a:p>
          <a:p>
            <a:pPr algn="ctr">
              <a:defRPr sz="3400" b="1"/>
            </a:pPr>
            <a:r>
              <a:rPr lang="en-US" dirty="0"/>
              <a:t>Prompt Injection Firewall</a:t>
            </a:r>
            <a:endParaRPr lang="en-US">
              <a:ea typeface="Calibri"/>
              <a:cs typeface="Calibri"/>
            </a:endParaRPr>
          </a:p>
          <a:p>
            <a:pPr algn="ctr">
              <a:defRPr sz="3400" b="1"/>
            </a:pPr>
            <a:r>
              <a:rPr lang="en-US" sz="2000" i="1" dirty="0"/>
              <a:t>(ET AI Hackathon – Agentic Edition | Sponsored by Accenture)</a:t>
            </a:r>
            <a:endParaRPr lang="en-US" sz="2000">
              <a:ea typeface="Calibri"/>
              <a:cs typeface="Calibri"/>
            </a:endParaRPr>
          </a:p>
          <a:p>
            <a:pPr algn="ctr">
              <a:defRPr sz="3400" b="1"/>
            </a:pPr>
            <a:br>
              <a:rPr lang="en-US" dirty="0"/>
            </a:br>
            <a:endParaRPr lang="en-US" dirty="0">
              <a:ea typeface="Calibri"/>
              <a:cs typeface="Calibri"/>
            </a:endParaRPr>
          </a:p>
          <a:p>
            <a:pPr algn="ctr">
              <a:defRPr sz="3400" b="1"/>
            </a:pPr>
            <a:r>
              <a:rPr lang="en-US" dirty="0"/>
              <a:t>Presented by Team </a:t>
            </a:r>
            <a:r>
              <a:rPr lang="en-US" dirty="0" err="1"/>
              <a:t>Akashsainimit</a:t>
            </a:r>
            <a:endParaRPr lang="en-US">
              <a:ea typeface="Calibri"/>
              <a:cs typeface="Calibri"/>
            </a:endParaRPr>
          </a:p>
          <a:p>
            <a:pPr algn="ctr">
              <a:defRPr sz="3400" b="1"/>
            </a:pPr>
            <a:r>
              <a:rPr lang="en-US" sz="1400" dirty="0">
                <a:latin typeface="Segoe UI"/>
                <a:cs typeface="Segoe UI"/>
              </a:rPr>
              <a:t>Team Members</a:t>
            </a:r>
            <a:endParaRPr lang="en-US" sz="1400">
              <a:latin typeface="Segoe UI"/>
              <a:ea typeface="Calibri"/>
              <a:cs typeface="Segoe UI"/>
            </a:endParaRPr>
          </a:p>
          <a:p>
            <a:pPr algn="ctr">
              <a:defRPr sz="3400" b="1"/>
            </a:pPr>
            <a:r>
              <a:rPr lang="en-US" sz="2400" dirty="0">
                <a:latin typeface="Segoe UI"/>
                <a:cs typeface="Segoe UI"/>
              </a:rPr>
              <a:t>Akash Kumar</a:t>
            </a:r>
            <a:br>
              <a:rPr lang="en-US" sz="1400" dirty="0">
                <a:latin typeface="Segoe UI"/>
                <a:cs typeface="Segoe UI"/>
              </a:rPr>
            </a:br>
            <a:r>
              <a:rPr lang="en-US" sz="1400" dirty="0">
                <a:latin typeface="Segoe UI"/>
                <a:cs typeface="Segoe UI"/>
              </a:rPr>
              <a:t> </a:t>
            </a:r>
            <a:r>
              <a:rPr lang="en-US" sz="1400" i="1" dirty="0">
                <a:latin typeface="Segoe UI"/>
                <a:ea typeface="Calibri"/>
                <a:cs typeface="Segoe UI"/>
              </a:rPr>
              <a:t>Senior Software Engineer (AI/LLM), </a:t>
            </a:r>
            <a:r>
              <a:rPr lang="en-US" sz="1400" i="1" dirty="0" err="1">
                <a:latin typeface="Segoe UI"/>
                <a:ea typeface="Calibri"/>
                <a:cs typeface="Segoe UI"/>
              </a:rPr>
              <a:t>HCLTech</a:t>
            </a:r>
            <a:endParaRPr lang="en-US" sz="1400" i="1" dirty="0">
              <a:ea typeface="Calibri"/>
              <a:cs typeface="Calibri"/>
            </a:endParaRPr>
          </a:p>
          <a:p>
            <a:pPr algn="ctr">
              <a:defRPr sz="3400" b="1"/>
            </a:pPr>
            <a:endParaRPr lang="en-US" sz="3200"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1. Team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600" b="1" dirty="0"/>
              <a:t>Akash Kumar</a:t>
            </a:r>
            <a:endParaRPr lang="en-US" sz="16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600" b="1" dirty="0"/>
              <a:t>Senior Software Engineer (AI/LLM), </a:t>
            </a:r>
            <a:r>
              <a:rPr lang="en-US" sz="1600" b="1" dirty="0" err="1"/>
              <a:t>HCLTech</a:t>
            </a:r>
            <a:endParaRPr lang="en-US" sz="1600" b="1" dirty="0" err="1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endParaRPr lang="en-US" sz="1600" b="1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600" dirty="0"/>
              <a:t>3+ years of experience in AI/ML, Generative AI, and LLM-based applications. </a:t>
            </a:r>
            <a:endParaRPr lang="en-US" sz="16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600" dirty="0"/>
              <a:t>Specialized in Agentic AI, Retrieval-Augmented Generation (RAG), Prompt Engineering, and Multi-Agent Architectures.</a:t>
            </a:r>
            <a:endParaRPr lang="en-US" sz="16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600" dirty="0"/>
              <a:t> Built production-grade AI solutions for telecom workflow automation and intelligent troubleshooting.</a:t>
            </a:r>
            <a:endParaRPr lang="en-US" sz="16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600" dirty="0"/>
              <a:t>Developed </a:t>
            </a:r>
            <a:r>
              <a:rPr lang="en-US" sz="1600" dirty="0" err="1"/>
              <a:t>LangGraph</a:t>
            </a:r>
            <a:r>
              <a:rPr lang="en-US" sz="1600" dirty="0"/>
              <a:t>-based multi-agent systems and RAG-powered enterprise knowledge solutions.</a:t>
            </a:r>
            <a:endParaRPr lang="en-US" sz="16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600" dirty="0"/>
              <a:t> Experienced in designing scalable AI applications using </a:t>
            </a:r>
            <a:r>
              <a:rPr lang="en-US" sz="1600" dirty="0" err="1"/>
              <a:t>FastAPI</a:t>
            </a:r>
            <a:r>
              <a:rPr lang="en-US" sz="1600" dirty="0"/>
              <a:t>, Docker, Kubernetes, and GCP Vertex AI.</a:t>
            </a:r>
            <a:endParaRPr lang="en-US" sz="1600" dirty="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/>
            </a:pPr>
            <a:endParaRPr lang="en-US" sz="160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800"/>
            </a:pPr>
            <a:r>
              <a:rPr lang="en-US" sz="1600" dirty="0"/>
              <a:t>Core Skills:</a:t>
            </a:r>
            <a:endParaRPr lang="en-US" sz="16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r>
              <a:rPr lang="en-US" sz="1600" dirty="0"/>
              <a:t>Agentic AI | LLM Security | Prompt Engineering | RAG | </a:t>
            </a:r>
            <a:r>
              <a:rPr lang="en-US" sz="1600" dirty="0" err="1"/>
              <a:t>LangChain</a:t>
            </a:r>
            <a:r>
              <a:rPr lang="en-US" sz="1600" dirty="0"/>
              <a:t> | </a:t>
            </a:r>
            <a:r>
              <a:rPr lang="en-US" sz="1600" dirty="0" err="1"/>
              <a:t>LangGraph</a:t>
            </a:r>
            <a:r>
              <a:rPr lang="en-US" sz="1600" dirty="0"/>
              <a:t> | Python | </a:t>
            </a:r>
            <a:r>
              <a:rPr lang="en-US" sz="1600" dirty="0" err="1"/>
              <a:t>FastAPI</a:t>
            </a:r>
            <a:r>
              <a:rPr lang="en-US" sz="1600" dirty="0"/>
              <a:t> | GCP</a:t>
            </a:r>
            <a:endParaRPr lang="en-US" sz="1600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/>
            </a:pPr>
            <a:endParaRPr lang="en-US" sz="1600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EFB8A-3402-228C-2A27-4EFB5198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5E18D8-02A4-83E3-0DAA-A0F50670DB69}"/>
              </a:ext>
            </a:extLst>
          </p:cNvPr>
          <p:cNvSpPr txBox="1"/>
          <p:nvPr/>
        </p:nvSpPr>
        <p:spPr>
          <a:xfrm>
            <a:off x="660042" y="891652"/>
            <a:ext cx="4412021" cy="30307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2. Problem Statement – Prompt Injection Attack in AI Agent</a:t>
            </a: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1F81314-A73E-3CF7-3257-248A0FD17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118" y="137803"/>
            <a:ext cx="6073268" cy="3158387"/>
          </a:xfrm>
          <a:prstGeom prst="rect">
            <a:avLst/>
          </a:prstGeom>
        </p:spPr>
      </p:pic>
      <p:pic>
        <p:nvPicPr>
          <p:cNvPr id="3" name="Picture 2" descr="A diagram of a system&#10;&#10;AI-generated content may be incorrect.">
            <a:extLst>
              <a:ext uri="{FF2B5EF4-FFF2-40B4-BE49-F238E27FC236}">
                <a16:creationId xmlns:a16="http://schemas.microsoft.com/office/drawing/2014/main" id="{323F9844-9DB9-AF27-12E3-58EA113BD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142" y="3285479"/>
            <a:ext cx="5832529" cy="316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4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2. Problem Statement</a:t>
            </a: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90000"/>
              </a:lnSpc>
              <a:defRPr sz="1800"/>
            </a:pPr>
            <a:r>
              <a:rPr lang="en-US" sz="2000" b="1" dirty="0"/>
              <a:t>The Rise of Agentic AI Brings New Security Risks</a:t>
            </a:r>
            <a:endParaRPr lang="en-US" sz="20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endParaRPr lang="en-US" sz="1600" b="1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defRPr sz="1800"/>
            </a:pPr>
            <a:r>
              <a:rPr lang="en-US" sz="1600" dirty="0"/>
              <a:t>Modern AI agents can:</a:t>
            </a:r>
            <a:endParaRPr lang="en-US" sz="16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Access external tools, APIs, databases, and web content</a:t>
            </a:r>
            <a:endParaRPr lang="en-US" sz="16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Make autonomous decisions and execute actions</a:t>
            </a:r>
            <a:endParaRPr lang="en-US" sz="16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Process information from multiple untrusted sources</a:t>
            </a:r>
            <a:endParaRPr lang="en-US" sz="1600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endParaRPr lang="en-US" sz="160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defRPr sz="1800"/>
            </a:pPr>
            <a:r>
              <a:rPr lang="en-US" sz="2000" b="1" dirty="0"/>
              <a:t>The Challenge: Prompt Injection Attacks</a:t>
            </a:r>
            <a:endParaRPr lang="en-US" sz="2000" b="1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endParaRPr lang="en-US" sz="1600" b="1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defRPr sz="1800"/>
            </a:pPr>
            <a:r>
              <a:rPr lang="en-US" sz="1600" dirty="0"/>
              <a:t>Attackers can embed malicious instructions into:</a:t>
            </a:r>
            <a:endParaRPr lang="en-US" sz="16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User inputs</a:t>
            </a:r>
            <a:endParaRPr lang="en-US" sz="16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Web pages</a:t>
            </a:r>
            <a:endParaRPr lang="en-US" sz="16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Documents (PDF, Word, HTML)</a:t>
            </a:r>
            <a:endParaRPr lang="en-US" sz="16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Emails and chat messages</a:t>
            </a:r>
            <a:endParaRPr lang="en-US" sz="16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API responses</a:t>
            </a:r>
            <a:endParaRPr lang="en-US" sz="16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Images and OCR content</a:t>
            </a:r>
            <a:endParaRPr lang="en-US" sz="16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endParaRPr lang="en-US" sz="160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defRPr sz="1800"/>
            </a:pPr>
            <a:r>
              <a:rPr lang="en-US" sz="1600" dirty="0"/>
              <a:t>These hidden instructions can cause AI agents to:</a:t>
            </a:r>
            <a:endParaRPr lang="en-US" sz="1600" dirty="0">
              <a:ea typeface="Calibri"/>
              <a:cs typeface="Calibri"/>
            </a:endParaRPr>
          </a:p>
          <a:p>
            <a:pPr marL="171450" indent="-22860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Ignore system instructions</a:t>
            </a:r>
            <a:endParaRPr lang="en-US" sz="1600" dirty="0">
              <a:ea typeface="Calibri"/>
              <a:cs typeface="Calibri"/>
            </a:endParaRPr>
          </a:p>
          <a:p>
            <a:pPr marL="171450" indent="-22860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Leak sensitive information</a:t>
            </a:r>
            <a:endParaRPr lang="en-US" sz="1600" dirty="0">
              <a:ea typeface="Calibri"/>
              <a:cs typeface="Calibri"/>
            </a:endParaRPr>
          </a:p>
          <a:p>
            <a:pPr marL="171450" indent="-22860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Execute unauthorized actions</a:t>
            </a:r>
            <a:endParaRPr lang="en-US" sz="1600" dirty="0">
              <a:ea typeface="Calibri"/>
              <a:cs typeface="Calibri"/>
            </a:endParaRPr>
          </a:p>
          <a:p>
            <a:pPr marL="171450" indent="-22860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Manipulate decision-making</a:t>
            </a:r>
            <a:endParaRPr lang="en-US" sz="1600" dirty="0">
              <a:ea typeface="Calibri"/>
              <a:cs typeface="Calibri"/>
            </a:endParaRPr>
          </a:p>
          <a:p>
            <a:pPr marL="171450" indent="-2286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Access restricted resources</a:t>
            </a:r>
            <a:endParaRPr lang="en-US" sz="1600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endParaRPr lang="en-US" sz="160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3. Proposed Solution</a:t>
            </a:r>
            <a:r>
              <a:rPr lang="en-US" sz="40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Prompt Injection Firewall 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43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/>
              <a:t>Firewall sits between untrusted content and the AI agent.</a:t>
            </a:r>
            <a:endParaRPr lang="en-US" dirty="0"/>
          </a:p>
          <a:p>
            <a:pPr marL="1143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/>
              <a:t>Normalize, parse and preserve provenance/trust metadata.</a:t>
            </a:r>
            <a:endParaRPr lang="en-US" sz="2000" dirty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/>
              <a:t>Run multiple detectors and combine their signals.</a:t>
            </a:r>
            <a:endParaRPr lang="en-US" sz="2000" dirty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/>
              <a:t>Policy engine produces PASS / SANITIZE / BLOCK.</a:t>
            </a:r>
            <a:endParaRPr lang="en-US" sz="2000" dirty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/>
              <a:t>Tool, memory and output guards enforce security after detection.</a:t>
            </a:r>
            <a:endParaRPr lang="en-US" sz="2000"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85D20D13-D31A-8B66-9265-01E914E54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6256"/>
            <a:ext cx="11277600" cy="428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245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A4A37E-82DF-BC5F-00A4-2BD889A38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2FB405-6B3F-FB86-7E88-C4C7B9CB37DC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4. Detailed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C34B5-584C-CCEB-C0FC-3A2337833E5A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8575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1700" dirty="0"/>
              <a:t>INPUT → Parser/Normalizer → Provenance &amp; Trust Boundary → Segmentation</a:t>
            </a:r>
            <a:endParaRPr lang="en-US" dirty="0"/>
          </a:p>
          <a:p>
            <a:pPr marL="342900" indent="-28575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1700" dirty="0"/>
              <a:t>FAST DETECTION → Rules + TF-IDF/Logistic Regression + Tool + Context + Jailbreak + Indirect detectors</a:t>
            </a:r>
            <a:endParaRPr lang="en-US" sz="17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1700" dirty="0"/>
              <a:t>ENCODED PATH → Base64/Hex decode → re-analysis</a:t>
            </a:r>
            <a:endParaRPr lang="en-US" sz="17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1700" dirty="0"/>
              <a:t>SEMANTIC PATH → </a:t>
            </a:r>
            <a:r>
              <a:rPr lang="en-US" sz="1700" dirty="0" err="1"/>
              <a:t>SentenceTransformer</a:t>
            </a:r>
            <a:r>
              <a:rPr lang="en-US" sz="1700" dirty="0"/>
              <a:t> similarity</a:t>
            </a:r>
            <a:endParaRPr lang="en-US" sz="17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1700" dirty="0"/>
              <a:t>AMBIGUOUS CASES → Cohere security analysis (advisory only)</a:t>
            </a:r>
            <a:endParaRPr lang="en-US" sz="17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1700" dirty="0"/>
              <a:t>RISK/POLICY ENGINE → PASS / SANITIZE / BLOCK</a:t>
            </a:r>
            <a:endParaRPr lang="en-US" sz="17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1700" dirty="0"/>
              <a:t>POST-DECISION → Tool Gateway + Action Guard + Memory Guard + Output Scanner</a:t>
            </a:r>
            <a:endParaRPr lang="en-US" sz="17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1700" dirty="0"/>
              <a:t>DECISION TRACE → evidence, scores, provenance and final decision</a:t>
            </a:r>
            <a:endParaRPr lang="en-US" sz="17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833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6A735D-FA2E-A8FF-3A8B-7B6800DE2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04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5. AI Models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/>
              <a:t>Rules Keywords , Patterns, Regex, NLP + TF-IDF + ML/DL Model : fast baseline classifier.</a:t>
            </a:r>
            <a:endParaRPr lang="en-US" dirty="0"/>
          </a:p>
          <a:p>
            <a:pPr marL="4572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 err="1"/>
              <a:t>SentenceTransformer</a:t>
            </a:r>
            <a:r>
              <a:rPr lang="en-US" sz="2000" dirty="0"/>
              <a:t> all-MiniLM-L6-v2: semantic similarity against attack prototypes.</a:t>
            </a:r>
            <a:endParaRPr lang="en-US" sz="2000" dirty="0">
              <a:ea typeface="Calibri"/>
              <a:cs typeface="Calibri"/>
            </a:endParaRPr>
          </a:p>
          <a:p>
            <a:pPr marL="4572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/>
              <a:t>Cohere: advisory LLM analysis for selected ambiguous cases.</a:t>
            </a:r>
            <a:endParaRPr lang="en-US" sz="2000" dirty="0">
              <a:ea typeface="Calibri"/>
              <a:cs typeface="Calibri"/>
            </a:endParaRPr>
          </a:p>
          <a:p>
            <a:pPr marL="4572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/>
              <a:t>Python, scikit-learn, </a:t>
            </a:r>
            <a:r>
              <a:rPr lang="en-US" sz="2000" dirty="0" err="1"/>
              <a:t>SentenceTransformers</a:t>
            </a:r>
            <a:r>
              <a:rPr lang="en-US" sz="2000" dirty="0"/>
              <a:t>, Cohere SDK, </a:t>
            </a:r>
            <a:r>
              <a:rPr lang="en-US" sz="2000" dirty="0" err="1"/>
              <a:t>Streamlit</a:t>
            </a:r>
            <a:r>
              <a:rPr lang="en-US" sz="2000" dirty="0"/>
              <a:t> UI.</a:t>
            </a:r>
            <a:endParaRPr lang="en-US" sz="2000" dirty="0">
              <a:ea typeface="Calibri"/>
              <a:cs typeface="Calibri"/>
            </a:endParaRPr>
          </a:p>
          <a:p>
            <a:pPr marL="4572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 err="1"/>
              <a:t>BeautifulSoup</a:t>
            </a:r>
            <a:r>
              <a:rPr lang="en-US" sz="2000" dirty="0"/>
              <a:t>, </a:t>
            </a:r>
            <a:r>
              <a:rPr lang="en-US" sz="2000" dirty="0" err="1"/>
              <a:t>pypdf</a:t>
            </a:r>
            <a:r>
              <a:rPr lang="en-US" sz="2000" dirty="0"/>
              <a:t>, python-docx and Tesseract OCR for content extraction.</a:t>
            </a:r>
            <a:endParaRPr lang="en-US" sz="2000"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6. Security Decision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342900" indent="-342900" defTabSz="914400"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User Input</a:t>
            </a:r>
            <a:endParaRPr lang="en-US" dirty="0">
              <a:ea typeface="+mn-lt"/>
              <a:cs typeface="+mn-lt"/>
            </a:endParaRPr>
          </a:p>
          <a:p>
            <a:pPr marL="342900" indent="-342900" defTabSz="914400"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Parse &amp; Decode</a:t>
            </a:r>
            <a:endParaRPr lang="en-US" dirty="0">
              <a:ea typeface="Calibri"/>
              <a:cs typeface="Calibri"/>
            </a:endParaRPr>
          </a:p>
          <a:p>
            <a:pPr marL="342900" indent="-342900" defTabSz="914400"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Normalize &amp; Segment</a:t>
            </a:r>
            <a:endParaRPr lang="en-US" dirty="0">
              <a:ea typeface="+mn-lt"/>
              <a:cs typeface="+mn-lt"/>
            </a:endParaRPr>
          </a:p>
          <a:p>
            <a:pPr marL="342900" indent="-342900" defTabSz="914400"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Multi-Layer Detection</a:t>
            </a:r>
            <a:endParaRPr lang="en-US" dirty="0">
              <a:ea typeface="+mn-lt"/>
              <a:cs typeface="+mn-lt"/>
            </a:endParaRPr>
          </a:p>
          <a:p>
            <a:pPr marL="342900" indent="-342900" defTabSz="914400"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Risk Assessment</a:t>
            </a:r>
            <a:endParaRPr lang="en-US" dirty="0">
              <a:ea typeface="+mn-lt"/>
              <a:cs typeface="+mn-lt"/>
            </a:endParaRPr>
          </a:p>
          <a:p>
            <a:pPr marL="342900" indent="-342900" defTabSz="914400"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Security Decision</a:t>
            </a:r>
            <a:endParaRPr lang="en-US" dirty="0">
              <a:ea typeface="+mn-lt"/>
              <a:cs typeface="+mn-lt"/>
            </a:endParaRPr>
          </a:p>
          <a:p>
            <a:pPr marL="342900" indent="-342900" defTabSz="914400"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LLM Security Analysis (only for ambiguous/high risk)</a:t>
            </a:r>
            <a:endParaRPr lang="en-US" dirty="0">
              <a:ea typeface="+mn-lt"/>
              <a:cs typeface="+mn-lt"/>
            </a:endParaRPr>
          </a:p>
          <a:p>
            <a:pPr marL="342900" indent="-342900" defTabSz="914400"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Policy Enforcement</a:t>
            </a:r>
            <a:endParaRPr lang="en-US" dirty="0">
              <a:ea typeface="+mn-lt"/>
              <a:cs typeface="+mn-lt"/>
            </a:endParaRPr>
          </a:p>
          <a:p>
            <a:pPr marL="342900" indent="-342900" defTabSz="914400"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AI System</a:t>
            </a:r>
            <a:endParaRPr lang="en-US" dirty="0">
              <a:ea typeface="+mn-lt"/>
              <a:cs typeface="+mn-lt"/>
            </a:endParaRPr>
          </a:p>
          <a:p>
            <a:pPr marL="342900" indent="-342900" defTabSz="914400"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Output Security Check</a:t>
            </a:r>
            <a:endParaRPr lang="en-US" dirty="0">
              <a:ea typeface="+mn-lt"/>
              <a:cs typeface="+mn-lt"/>
            </a:endParaRPr>
          </a:p>
          <a:p>
            <a:pPr marL="342900" indent="-342900" defTabSz="914400"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Final Decision</a:t>
            </a:r>
            <a:endParaRPr lang="en-US" dirty="0">
              <a:ea typeface="+mn-lt"/>
              <a:cs typeface="+mn-lt"/>
            </a:endParaRPr>
          </a:p>
          <a:p>
            <a:pPr marL="342900" indent="-342900" defTabSz="914400"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Response to User</a:t>
            </a: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firewall&#10;&#10;AI-generated content may be incorrect.">
            <a:extLst>
              <a:ext uri="{FF2B5EF4-FFF2-40B4-BE49-F238E27FC236}">
                <a16:creationId xmlns:a16="http://schemas.microsoft.com/office/drawing/2014/main" id="{D719C502-C8D3-BEC2-3F04-FEDFB660D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629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7. 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43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/>
              <a:t>Benign request → PASS.</a:t>
            </a:r>
            <a:endParaRPr lang="en-US" dirty="0"/>
          </a:p>
          <a:p>
            <a:pPr marL="1143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/>
              <a:t>Direct instruction override → detection and policy enforcement.</a:t>
            </a:r>
            <a:endParaRPr lang="en-US" sz="2000" dirty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/>
              <a:t>Encoded attack → decode → detect → elevated risk.</a:t>
            </a:r>
            <a:endParaRPr lang="en-US" sz="2000" dirty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/>
              <a:t>Malicious content in HTML/PDF/DOCX/image → extract → analyze.</a:t>
            </a:r>
            <a:endParaRPr lang="en-US" sz="2000" dirty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/>
              <a:t>Ambiguous case → Cohere escalation → advisory result in decision trace.</a:t>
            </a:r>
            <a:endParaRPr lang="en-US" sz="2000" dirty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2000" dirty="0"/>
              <a:t>High-risk tool request → Tool Gateway / Action Guard prevents unsafe execution.</a:t>
            </a:r>
            <a:endParaRPr lang="en-US" sz="2000"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1B368D-0445-8172-8126-0363A327B0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31" b="620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26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DDA9CF-59C2-91AB-B7C0-D68B357D97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2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76F529-73CE-CCA3-EAAF-59AE090DE872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to Use the Prompt Injection Firewall</a:t>
            </a:r>
            <a:r>
              <a:rPr lang="en-US" sz="4000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​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9C9FA4-30FA-50CA-0BB3-B6FCC587D94A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2000" b="1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2000" b="1">
              <a:ea typeface="Calibri"/>
              <a:cs typeface="Calibri"/>
            </a:endParaRP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000" b="0" i="0" dirty="0"/>
              <a:t>On the </a:t>
            </a:r>
            <a:r>
              <a:rPr lang="en-US" sz="2000" b="1" i="0" dirty="0"/>
              <a:t>Prompt Injection Firewall</a:t>
            </a:r>
            <a:r>
              <a:rPr lang="en-US" sz="2000" b="0" i="0" dirty="0"/>
              <a:t> interface, select the input scan type: </a:t>
            </a:r>
            <a:r>
              <a:rPr lang="en-US" sz="2000" b="1" i="0" dirty="0"/>
              <a:t>Paste Text</a:t>
            </a:r>
            <a:r>
              <a:rPr lang="en-US" sz="2000" b="0" i="0" dirty="0"/>
              <a:t> or </a:t>
            </a:r>
            <a:r>
              <a:rPr lang="en-US" sz="2000" b="1" i="0" dirty="0"/>
              <a:t>Upload File</a:t>
            </a:r>
            <a:r>
              <a:rPr lang="en-US" sz="2000" b="0" i="0" dirty="0"/>
              <a:t>.</a:t>
            </a:r>
            <a:endParaRPr lang="en-US" sz="2000" b="0" i="0" dirty="0">
              <a:ea typeface="Calibri"/>
              <a:cs typeface="Calibri"/>
            </a:endParaRP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000" b="0" i="0" dirty="0"/>
              <a:t>In the </a:t>
            </a:r>
            <a:r>
              <a:rPr lang="en-US" sz="2000" b="1" i="0" dirty="0"/>
              <a:t>Content Source</a:t>
            </a:r>
            <a:r>
              <a:rPr lang="en-US" sz="2000" b="0" i="0" dirty="0"/>
              <a:t> section, choose the appropriate source type from the dropdown menu.</a:t>
            </a:r>
            <a:endParaRPr lang="en-US" sz="2000" b="0" i="0" dirty="0">
              <a:ea typeface="Calibri"/>
              <a:cs typeface="Calibri"/>
            </a:endParaRP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000" b="0" i="0" dirty="0"/>
              <a:t>Enter or paste the content to be scanned into the text input box.</a:t>
            </a:r>
            <a:endParaRPr lang="en-US" sz="2000" b="0" i="0" dirty="0">
              <a:ea typeface="Calibri"/>
              <a:cs typeface="Calibri"/>
            </a:endParaRPr>
          </a:p>
          <a:p>
            <a:pPr marL="457200" indent="-4572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000" b="0" i="0" dirty="0"/>
              <a:t>Click the </a:t>
            </a:r>
            <a:r>
              <a:rPr lang="en-US" sz="2000" b="1" i="0" dirty="0"/>
              <a:t>Run Firewall Scan</a:t>
            </a:r>
            <a:r>
              <a:rPr lang="en-US" sz="2000" b="0" i="0" dirty="0"/>
              <a:t> button to analyze the content for prompt injection threats.</a:t>
            </a:r>
            <a:endParaRPr lang="en-US" sz="2000" b="0" i="0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2000" b="0" i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6581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D0C9E5-33C3-EF37-C0D0-EA99A1E3A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648"/>
            <a:ext cx="12192000" cy="655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4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4087B-DA1D-F477-B342-3E3F3F5E3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472A194-4755-B8DF-847A-576CD76C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B6B0D5-B777-89ED-5059-DE03AF2E8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095337-A725-81B0-813A-BAD27D8B0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A129E1-1517-8117-BEF7-5419BF452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43CED7-4802-AF12-9F49-F99A607B8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950E69-3EFB-977B-22F2-828D81060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5D11B-8B52-940A-FDEC-0031AEC6C25D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to Use the Prompt Injection Firewall</a:t>
            </a:r>
            <a:r>
              <a:rPr lang="en-US" sz="4000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​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5ACDB1-62D6-F8DB-64D4-07D23AAB1406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2000" b="1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2000" b="1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5. Scan Results &amp; Decision Trace</a:t>
            </a:r>
            <a:endParaRPr lang="en-US" sz="2000" dirty="0">
              <a:ea typeface="Calibri"/>
              <a:cs typeface="Calibri"/>
            </a:endParaRP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en-US" sz="2000" b="1" i="0" dirty="0"/>
              <a:t>Firewall </a:t>
            </a:r>
            <a:r>
              <a:rPr lang="en-US" sz="2000" b="1" dirty="0"/>
              <a:t>Scan Results</a:t>
            </a:r>
            <a:endParaRPr lang="en-US" sz="2000" dirty="0">
              <a:ea typeface="Calibri"/>
              <a:cs typeface="Calibri"/>
            </a:endParaRPr>
          </a:p>
          <a:p>
            <a:pPr marL="400050" indent="-3429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/>
              <a:t>View overall Risk Score and Threat Level</a:t>
            </a:r>
            <a:endParaRPr lang="en-US" sz="2000" dirty="0">
              <a:ea typeface="Calibri"/>
              <a:cs typeface="Calibri"/>
            </a:endParaRPr>
          </a:p>
          <a:p>
            <a:pPr marL="400050" indent="-3429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/>
              <a:t>Review detected attack patterns</a:t>
            </a:r>
            <a:endParaRPr lang="en-US" sz="2000" dirty="0">
              <a:ea typeface="Calibri"/>
              <a:cs typeface="Calibri"/>
            </a:endParaRPr>
          </a:p>
          <a:p>
            <a:pPr marL="400050" indent="-3429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/>
              <a:t>See final action: </a:t>
            </a:r>
            <a:r>
              <a:rPr lang="en-US" sz="2000" b="1" dirty="0"/>
              <a:t>PASS, SANITIZE</a:t>
            </a:r>
            <a:r>
              <a:rPr lang="en-US" sz="2000" b="1" i="0" dirty="0"/>
              <a:t>, or </a:t>
            </a:r>
            <a:r>
              <a:rPr lang="en-US" sz="2000" b="1" dirty="0"/>
              <a:t>BLOCK</a:t>
            </a:r>
            <a:endParaRPr lang="en-US" sz="2000" b="0" i="0" dirty="0">
              <a:ea typeface="Calibri"/>
              <a:cs typeface="Calibri"/>
            </a:endParaRP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en-US" sz="2000" b="1" dirty="0"/>
              <a:t>Decision Trace</a:t>
            </a:r>
            <a:endParaRPr lang="en-US" sz="2000" b="0" i="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/>
              <a:t>Displays security checks performed by each firewall layer</a:t>
            </a:r>
            <a:endParaRPr lang="en-US" sz="2000" b="0" i="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/>
              <a:t>Shows how </a:t>
            </a:r>
            <a:r>
              <a:rPr lang="en-US" sz="2000" b="0" i="0" dirty="0"/>
              <a:t>the </a:t>
            </a:r>
            <a:r>
              <a:rPr lang="en-US" sz="2000" dirty="0"/>
              <a:t>final decision was reached</a:t>
            </a:r>
            <a:endParaRPr lang="en-US" sz="20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/>
              <a:t>Provides complete transparency and auditability</a:t>
            </a:r>
            <a:endParaRPr lang="en-US" sz="2000" b="0" i="0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2000" b="0" i="0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507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970E51-27FD-FF4D-18D9-24A29EA47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720"/>
            <a:ext cx="12192000" cy="657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09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A82365-0041-6340-2FBA-B626CE07E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12E437-F875-46A2-AEC3-5F2EEBBB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60B192-BAF6-F676-CFF2-268FF93F7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5D29D4-9A36-3AE1-E2E9-9608F84A1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8DF347-FB19-ABDA-6136-35F4CDEB3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443B71-0E3C-BB30-EE8C-54DCA9727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321550C-1FA8-FE23-466A-D63464065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B6DA7-5CE6-8FE3-0318-5A6341822364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to Use the Prompt Injection Firewall</a:t>
            </a:r>
            <a:r>
              <a:rPr lang="en-US" sz="4000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​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54683B-26FC-6678-6EB5-42C8A2A567C4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2000" b="1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ea typeface="Calibri"/>
                <a:cs typeface="Calibri"/>
              </a:rPr>
              <a:t>6. LLM Security Analysis</a:t>
            </a:r>
            <a:endParaRPr lang="en-US" sz="2000" dirty="0">
              <a:ea typeface="Calibri"/>
              <a:cs typeface="Calibri"/>
            </a:endParaRP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en-US" sz="2000" dirty="0">
                <a:ea typeface="Calibri"/>
                <a:cs typeface="Calibri"/>
              </a:rPr>
              <a:t>In the final section, you can view the </a:t>
            </a:r>
            <a:r>
              <a:rPr lang="en-US" sz="2000" b="1" dirty="0">
                <a:ea typeface="Calibri"/>
                <a:cs typeface="Calibri"/>
              </a:rPr>
              <a:t>LLM Security Analysis Results</a:t>
            </a:r>
            <a:r>
              <a:rPr lang="en-US" sz="2000" dirty="0">
                <a:ea typeface="Calibri"/>
                <a:cs typeface="Calibri"/>
              </a:rPr>
              <a:t>, including: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,Sans-Serif"/>
              <a:buChar char="•"/>
            </a:pPr>
            <a:endParaRPr lang="en-US" sz="2000" dirty="0">
              <a:ea typeface="Calibri"/>
              <a:cs typeface="Calibri"/>
            </a:endParaRPr>
          </a:p>
          <a:p>
            <a:pPr marL="400050" lvl="1" indent="-3429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>
                <a:ea typeface="Calibri"/>
                <a:cs typeface="Calibri"/>
              </a:rPr>
              <a:t>Overall Risk Score</a:t>
            </a:r>
          </a:p>
          <a:p>
            <a:pPr marL="400050" lvl="1" indent="-3429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>
                <a:ea typeface="Calibri"/>
                <a:cs typeface="Calibri"/>
              </a:rPr>
              <a:t>Detected Security Threats</a:t>
            </a:r>
          </a:p>
          <a:p>
            <a:pPr marL="400050" lvl="1" indent="-3429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>
                <a:ea typeface="Calibri"/>
                <a:cs typeface="Calibri"/>
              </a:rPr>
              <a:t>Attack Classification</a:t>
            </a:r>
          </a:p>
          <a:p>
            <a:pPr marL="400050" lvl="1" indent="-3429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>
                <a:ea typeface="Calibri"/>
                <a:cs typeface="Calibri"/>
              </a:rPr>
              <a:t>Security Layer Decisions</a:t>
            </a:r>
          </a:p>
          <a:p>
            <a:pPr marL="400050" lvl="1" indent="-3429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>
                <a:ea typeface="Calibri"/>
                <a:cs typeface="Calibri"/>
              </a:rPr>
              <a:t>Final Verdict (</a:t>
            </a:r>
            <a:r>
              <a:rPr lang="en-US" sz="2000" b="1" dirty="0">
                <a:ea typeface="Calibri"/>
                <a:cs typeface="Calibri"/>
              </a:rPr>
              <a:t>PASS / SANITIZE / BLOCK</a:t>
            </a:r>
            <a:r>
              <a:rPr lang="en-US" sz="2000" dirty="0">
                <a:ea typeface="Calibri"/>
                <a:cs typeface="Calibri"/>
              </a:rPr>
              <a:t>)</a:t>
            </a:r>
          </a:p>
          <a:p>
            <a:pPr marL="400050" lvl="1" indent="-3429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>
                <a:ea typeface="Calibri"/>
                <a:cs typeface="Calibri"/>
              </a:rPr>
              <a:t>Recommended Actions and Mitigations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2000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314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1D3B1B-E5CC-98E6-F7BB-D0B4F7354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48"/>
            <a:ext cx="12192000" cy="661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2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94FA43-9072-1A7E-1306-4C8FF841F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DAD3C1C-DFE0-695B-39C3-5C90D704C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0B7457-613E-7C88-D6D3-7B1D1ED40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E4518E-44F2-B056-181F-7C5357CB3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D01EED-9901-5A45-22DD-940FBBDAB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017BE0-1BD3-2166-D6A8-E1FC1E91E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61C9E3E-CC3F-1876-287F-EC10F4632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5C0A74-A48C-51FC-E570-3CE40E6FBCCB}"/>
              </a:ext>
            </a:extLst>
          </p:cNvPr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to Use the Prompt Injection Firewall</a:t>
            </a:r>
            <a:r>
              <a:rPr lang="en-US" sz="4000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​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3F5A64-B7B2-F49B-77E3-13E3EEAC4A4B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ea typeface="Calibri"/>
                <a:cs typeface="Calibri"/>
              </a:rPr>
              <a:t>7. Analytics Dashboard</a:t>
            </a:r>
            <a:endParaRPr lang="en-US" sz="20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endParaRPr lang="en-US" sz="2000" dirty="0">
              <a:ea typeface="Calibri"/>
              <a:cs typeface="Calibri"/>
            </a:endParaRPr>
          </a:p>
          <a:p>
            <a:pPr marL="400050" indent="-3429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>
                <a:ea typeface="Calibri"/>
                <a:cs typeface="Calibri"/>
              </a:rPr>
              <a:t>In the </a:t>
            </a:r>
            <a:r>
              <a:rPr lang="en-US" sz="2000" b="1" dirty="0">
                <a:ea typeface="Calibri"/>
                <a:cs typeface="Calibri"/>
              </a:rPr>
              <a:t>Analytics</a:t>
            </a:r>
            <a:r>
              <a:rPr lang="en-US" sz="2000" dirty="0">
                <a:ea typeface="Calibri"/>
                <a:cs typeface="Calibri"/>
              </a:rPr>
              <a:t> tab, you can view the firewall scan latency and performance metrics in real time.</a:t>
            </a:r>
          </a:p>
          <a:p>
            <a:pPr marL="400050" indent="-3429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>
                <a:ea typeface="Calibri"/>
                <a:cs typeface="Calibri"/>
              </a:rPr>
              <a:t>Monitor end-to-end scan duration, detection engine execution times, and overall firewall efficiency.</a:t>
            </a:r>
          </a:p>
          <a:p>
            <a:pPr marL="400050" indent="-3429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>
                <a:ea typeface="Calibri"/>
                <a:cs typeface="Calibri"/>
              </a:rPr>
              <a:t>Analyze processing trends to identify performance bottlenecks and optimize response times.</a:t>
            </a:r>
          </a:p>
          <a:p>
            <a:pPr marL="400050" indent="-342900" defTabSz="914400">
              <a:lnSpc>
                <a:spcPct val="90000"/>
              </a:lnSpc>
              <a:spcAft>
                <a:spcPts val="600"/>
              </a:spcAft>
              <a:buFont typeface="Wingdings,sans-serif"/>
              <a:buChar char="q"/>
            </a:pPr>
            <a:r>
              <a:rPr lang="en-US" sz="2000" dirty="0">
                <a:ea typeface="Calibri"/>
                <a:cs typeface="Calibri"/>
              </a:rPr>
              <a:t>Track scan volume, threat detection statistics, and security decision outcomes.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Tx/>
              <a:buAutoNum type="arabicPeriod"/>
            </a:pPr>
            <a:endParaRPr lang="en-US" sz="2000" b="1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2000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824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86478" y="1683756"/>
            <a:ext cx="3115265" cy="239635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8. Business Impact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90DA72F1-173E-7C1F-2E26-3F11DD1CC0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714654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9.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8575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Designed to Scale Across Enterprise AI Workloads</a:t>
            </a:r>
            <a:endParaRPr lang="en-US" dirty="0"/>
          </a:p>
          <a:p>
            <a:pPr marL="342900" indent="-28575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Horizontal Scaling — Add firewall instances as request volume increases.</a:t>
            </a:r>
            <a:endParaRPr lang="en-US" sz="16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Parallel Detection — Run multiple security detectors simultaneously for high throughput.</a:t>
            </a:r>
            <a:endParaRPr lang="en-US" sz="16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Model-Agnostic — Protect different LLMs and AI models through the same security layer.</a:t>
            </a:r>
            <a:endParaRPr lang="en-US" sz="16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Multi-Application Support — Secure multiple GenAI applications and APIs from a centralized firewall.</a:t>
            </a:r>
            <a:endParaRPr lang="en-US" sz="16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Cloud &amp; On-Prem Deployment — Deploy across cloud, hybrid, or on-prem environments.</a:t>
            </a:r>
            <a:endParaRPr lang="en-US" sz="16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Adaptive Risk Routing — Automatically route low-risk requests through fast-path processing and high-risk requests to deeper analysis.</a:t>
            </a:r>
            <a:endParaRPr lang="en-US" sz="16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Stateless Processing — Enable distributed processing and easy workload scaling.</a:t>
            </a:r>
            <a:endParaRPr lang="en-US" sz="16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Extensible Detection Layers — Add new rules, ML models, semantic detectors, or threat signatures without redesigning the architecture.</a:t>
            </a:r>
            <a:endParaRPr lang="en-US" sz="16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Centralized Policy Management — Apply consistent security policies across applications and environments.</a:t>
            </a:r>
            <a:endParaRPr lang="en-US" sz="16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spcAft>
                <a:spcPts val="1200"/>
              </a:spcAft>
              <a:buFont typeface="Wingdings" panose="020B0604020202020204" pitchFamily="34" charset="0"/>
              <a:buChar char="q"/>
              <a:defRPr sz="1800"/>
            </a:pPr>
            <a:r>
              <a:rPr lang="en-US" sz="1600" dirty="0"/>
              <a:t>High Availability — Use redundant firewall and detection services to minimize service disruption.</a:t>
            </a:r>
            <a:endParaRPr lang="en-US" sz="1600"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6396" y="586855"/>
            <a:ext cx="4230100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10. Results &amp;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14300" defTabSz="914400">
              <a:lnSpc>
                <a:spcPct val="90000"/>
              </a:lnSpc>
              <a:spcAft>
                <a:spcPts val="1200"/>
              </a:spcAft>
              <a:defRPr sz="1800"/>
            </a:pPr>
            <a:r>
              <a:rPr lang="en-US" sz="2000" b="1" dirty="0"/>
              <a:t>Results:</a:t>
            </a:r>
            <a:endParaRPr lang="en-US" sz="2000" dirty="0">
              <a:ea typeface="Calibri"/>
              <a:cs typeface="Calibri"/>
            </a:endParaRPr>
          </a:p>
          <a:p>
            <a:pPr marL="57150" defTabSz="914400">
              <a:lnSpc>
                <a:spcPct val="90000"/>
              </a:lnSpc>
              <a:defRPr sz="1800"/>
            </a:pPr>
            <a:r>
              <a:rPr lang="en-US" sz="2000" b="1" dirty="0"/>
              <a:t>Benchmark Performance:-</a:t>
            </a:r>
            <a:endParaRPr lang="en-US" sz="2000" b="1" dirty="0">
              <a:ea typeface="Calibri"/>
              <a:cs typeface="Calibri"/>
            </a:endParaRPr>
          </a:p>
          <a:p>
            <a:pPr marL="57150" defTabSz="914400">
              <a:lnSpc>
                <a:spcPct val="90000"/>
              </a:lnSpc>
              <a:defRPr sz="1800"/>
            </a:pPr>
            <a:endParaRPr lang="en-US" sz="2000" b="1" dirty="0">
              <a:ea typeface="+mn-lt"/>
              <a:cs typeface="+mn-lt"/>
            </a:endParaRPr>
          </a:p>
          <a:p>
            <a:pPr marL="342900" indent="-342900" defTabSz="914400">
              <a:buFont typeface="Wingdings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Samples    : 10000</a:t>
            </a:r>
            <a:endParaRPr lang="en-US" dirty="0">
              <a:ea typeface="Calibri"/>
              <a:cs typeface="Calibri"/>
            </a:endParaRPr>
          </a:p>
          <a:p>
            <a:pPr marL="342900" indent="-342900" defTabSz="914400">
              <a:buFont typeface="Wingdings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TP         : 8921</a:t>
            </a:r>
            <a:endParaRPr lang="en-US" dirty="0">
              <a:ea typeface="Calibri"/>
              <a:cs typeface="Calibri"/>
            </a:endParaRPr>
          </a:p>
          <a:p>
            <a:pPr marL="342900" indent="-342900" defTabSz="914400">
              <a:buFont typeface="Wingdings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TN         : 771</a:t>
            </a:r>
            <a:endParaRPr lang="en-US" dirty="0">
              <a:ea typeface="Calibri"/>
              <a:cs typeface="Calibri"/>
            </a:endParaRPr>
          </a:p>
          <a:p>
            <a:pPr marL="342900" indent="-342900" defTabSz="914400">
              <a:buFont typeface="Wingdings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FP         : 229</a:t>
            </a:r>
            <a:endParaRPr lang="en-US" dirty="0">
              <a:ea typeface="Calibri"/>
              <a:cs typeface="Calibri"/>
            </a:endParaRPr>
          </a:p>
          <a:p>
            <a:pPr marL="342900" indent="-342900" defTabSz="914400">
              <a:buFont typeface="Wingdings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FN         : 79</a:t>
            </a:r>
            <a:endParaRPr lang="en-US" dirty="0">
              <a:ea typeface="Calibri"/>
              <a:cs typeface="Calibri"/>
            </a:endParaRPr>
          </a:p>
          <a:p>
            <a:pPr marL="342900" indent="-342900" defTabSz="914400">
              <a:buFont typeface="Wingdings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Precision  : 0.975</a:t>
            </a:r>
            <a:endParaRPr lang="en-US" dirty="0">
              <a:ea typeface="Calibri"/>
              <a:cs typeface="Calibri"/>
            </a:endParaRPr>
          </a:p>
          <a:p>
            <a:pPr marL="342900" indent="-342900" defTabSz="914400">
              <a:buFont typeface="Wingdings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Recall     : 0.991</a:t>
            </a:r>
            <a:endParaRPr lang="en-US" dirty="0">
              <a:ea typeface="Calibri"/>
              <a:cs typeface="Calibri"/>
            </a:endParaRPr>
          </a:p>
          <a:p>
            <a:pPr marL="342900" indent="-342900" defTabSz="914400">
              <a:buFont typeface="Wingdings"/>
              <a:buChar char="q"/>
              <a:defRPr sz="1800"/>
            </a:pPr>
            <a:r>
              <a:rPr lang="en-US" sz="2000" dirty="0">
                <a:ea typeface="+mn-lt"/>
                <a:cs typeface="+mn-lt"/>
              </a:rPr>
              <a:t>F1         : 0.983</a:t>
            </a:r>
            <a:endParaRPr lang="en-US" dirty="0">
              <a:ea typeface="Calibri"/>
              <a:cs typeface="Calibri"/>
            </a:endParaRPr>
          </a:p>
          <a:p>
            <a:pPr marL="57150" defTabSz="914400">
              <a:lnSpc>
                <a:spcPct val="90000"/>
              </a:lnSpc>
              <a:defRPr sz="1800"/>
            </a:pPr>
            <a:endParaRPr lang="en-US" sz="2000" b="1"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ACCF3C-FCD7-911C-7535-745C9156D5C1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114300" indent="-3429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b="0" i="0" u="none" strike="noStrike" baseline="0" dirty="0"/>
              <a:t>Direct &amp; indirect prompt injection</a:t>
            </a:r>
            <a:r>
              <a:rPr lang="en-US" sz="2000" b="0" i="0" dirty="0"/>
              <a:t>​</a:t>
            </a:r>
            <a:endParaRPr lang="en-US" sz="2000" b="0" i="0" dirty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b="0" i="0" u="none" strike="noStrike" baseline="0" dirty="0"/>
              <a:t>Role manipulation &amp; instruction override</a:t>
            </a:r>
            <a:r>
              <a:rPr lang="en-US" sz="2000" b="0" i="0" dirty="0"/>
              <a:t>​</a:t>
            </a:r>
            <a:endParaRPr lang="en-US" sz="2000" b="0" i="0" dirty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b="0" i="0" u="none" strike="noStrike" baseline="0" dirty="0"/>
              <a:t>Credential/secret extraction</a:t>
            </a:r>
            <a:r>
              <a:rPr lang="en-US" sz="2000" b="0" i="0" dirty="0"/>
              <a:t>​</a:t>
            </a:r>
            <a:endParaRPr lang="en-US" sz="2000" b="0" i="0" dirty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b="0" i="0" u="none" strike="noStrike" baseline="0" dirty="0"/>
              <a:t>Tool abuse</a:t>
            </a:r>
            <a:r>
              <a:rPr lang="en-US" sz="2000" b="0" i="0" dirty="0"/>
              <a:t>​</a:t>
            </a:r>
            <a:endParaRPr lang="en-US" sz="2000" b="0" i="0" dirty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b="0" i="0" u="none" strike="noStrike" baseline="0" dirty="0"/>
              <a:t>Context poisoning</a:t>
            </a:r>
            <a:r>
              <a:rPr lang="en-US" sz="2000" b="0" i="0" dirty="0"/>
              <a:t>​</a:t>
            </a:r>
            <a:endParaRPr lang="en-US" sz="2000" b="0" i="0" dirty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b="0" i="0" u="none" strike="noStrike" baseline="0" dirty="0"/>
              <a:t>Multi-step jailbreaks</a:t>
            </a:r>
            <a:r>
              <a:rPr lang="en-US" sz="2000" b="0" i="0" dirty="0"/>
              <a:t>​</a:t>
            </a:r>
            <a:endParaRPr lang="en-US" sz="2000" b="0" i="0" dirty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b="0" i="0" u="none" strike="noStrike" baseline="0" dirty="0"/>
              <a:t>Base64/Hex encoded attacks</a:t>
            </a:r>
            <a:r>
              <a:rPr lang="en-US" sz="2000" b="0" i="0" dirty="0"/>
              <a:t>​</a:t>
            </a:r>
            <a:endParaRPr lang="en-US" sz="2000" b="0" i="0" dirty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b="0" i="0" u="none" strike="noStrike" baseline="0" dirty="0"/>
              <a:t>HTML, PDF, DOCX and OCR inputs</a:t>
            </a:r>
            <a:r>
              <a:rPr lang="en-US" sz="2000" b="0" i="0" dirty="0"/>
              <a:t>​</a:t>
            </a:r>
            <a:endParaRPr lang="en-US" sz="2000" b="0" i="0" dirty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b="0" i="0" u="none" strike="noStrike" baseline="0" dirty="0"/>
              <a:t>Tool, memory and output protection</a:t>
            </a:r>
            <a:r>
              <a:rPr lang="en-US" sz="2000" b="0" i="0" dirty="0"/>
              <a:t>​</a:t>
            </a:r>
            <a:endParaRPr lang="en-US" sz="2000" b="0" i="0">
              <a:ea typeface="Calibri"/>
              <a:cs typeface="Calibri"/>
            </a:endParaRPr>
          </a:p>
          <a:p>
            <a:pPr marL="114300" indent="-3429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2000" b="0" i="0" u="none" strike="noStrike" baseline="0" dirty="0"/>
              <a:t>Auditable decision traces</a:t>
            </a:r>
            <a:r>
              <a:rPr lang="en-US" sz="2000" b="0" i="0" dirty="0"/>
              <a:t>​</a:t>
            </a:r>
            <a:endParaRPr lang="en-US" sz="2000" b="0" i="0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endParaRPr lang="en-US" sz="200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99F46A-B273-AF06-FDD9-7EE4EDAA0B08}"/>
              </a:ext>
            </a:extLst>
          </p:cNvPr>
          <p:cNvSpPr txBox="1"/>
          <p:nvPr/>
        </p:nvSpPr>
        <p:spPr>
          <a:xfrm>
            <a:off x="1145603" y="2625170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i="0" u="none" strike="noStrike" baseline="0" dirty="0">
                <a:solidFill>
                  <a:schemeClr val="bg1"/>
                </a:solidFill>
                <a:latin typeface="Calibri"/>
              </a:rPr>
              <a:t>Security Coverage​:</a:t>
            </a:r>
            <a:r>
              <a:rPr sz="4000" b="0" i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​</a:t>
            </a:r>
            <a:endParaRPr lang="en-US" sz="400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9449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907636-72CD-B3AB-D614-EF7F153CB55E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2400" b="1" dirty="0"/>
              <a:t> </a:t>
            </a:r>
            <a:endParaRPr lang="en-US" sz="2400" dirty="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Phase 1 — ML + Deep Learning </a:t>
            </a:r>
            <a:endParaRPr lang="en-US" sz="1700" b="1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700" dirty="0"/>
              <a:t>Replace the TF-IDF baseline with a fine-tuned Transformer DeBERTa-v3-small / </a:t>
            </a:r>
            <a:r>
              <a:rPr lang="en-US" sz="1700" dirty="0" err="1"/>
              <a:t>DistilBERT</a:t>
            </a:r>
            <a:r>
              <a:rPr lang="en-US" sz="1700" dirty="0"/>
              <a:t> </a:t>
            </a:r>
            <a:endParaRPr lang="en-US" sz="17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700" dirty="0">
                <a:ea typeface="Calibri"/>
                <a:cs typeface="Calibri"/>
              </a:rPr>
              <a:t>Train advanced ML + Deep Learning Stacking/Boosting/Neural network model to detect the suspicious content</a:t>
            </a:r>
            <a:endParaRPr lang="en-US" sz="1700" dirty="0"/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700" dirty="0"/>
              <a:t>Adversarial training dataset </a:t>
            </a:r>
            <a:endParaRPr lang="en-US" sz="1700" dirty="0">
              <a:ea typeface="Calibri"/>
              <a:cs typeface="Calibri"/>
            </a:endParaRPr>
          </a:p>
          <a:p>
            <a:pPr marL="342900" indent="-28575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700" dirty="0"/>
              <a:t>Better detection of linguistic variations and obfuscation Continuous benchmark evaluation </a:t>
            </a:r>
            <a:endParaRPr lang="en-US" sz="1700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endParaRPr lang="en-US" sz="1700" b="1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Phase 2 — Zero-Day Detection </a:t>
            </a:r>
            <a:endParaRPr lang="en-US" sz="1700" b="1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700" dirty="0"/>
              <a:t>Add semantic attack memory </a:t>
            </a:r>
            <a:endParaRPr lang="en-US" sz="17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700" dirty="0"/>
              <a:t>Sentence embeddings </a:t>
            </a:r>
            <a:endParaRPr lang="en-US" sz="17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700" dirty="0"/>
              <a:t>FAISS / Chroma vector database </a:t>
            </a:r>
            <a:endParaRPr lang="en-US" sz="17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700" dirty="0"/>
              <a:t>Semantic similarity search </a:t>
            </a:r>
            <a:endParaRPr lang="en-US" sz="17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700" dirty="0"/>
              <a:t>Detect previously unseen attack variants </a:t>
            </a:r>
            <a:endParaRPr lang="en-US" sz="1700" dirty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700" dirty="0"/>
              <a:t>Continuously growing attack knowledge base </a:t>
            </a:r>
            <a:endParaRPr lang="en-US" sz="1700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endParaRPr lang="en-US" sz="170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endParaRPr lang="en-US" sz="170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4B10B2-7A6B-1EEB-11B1-15E2FA72E643}"/>
              </a:ext>
            </a:extLst>
          </p:cNvPr>
          <p:cNvSpPr txBox="1"/>
          <p:nvPr/>
        </p:nvSpPr>
        <p:spPr>
          <a:xfrm>
            <a:off x="1262418" y="2701119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i="0" u="none" strike="noStrike" baseline="0" dirty="0">
                <a:solidFill>
                  <a:schemeClr val="bg1"/>
                </a:solidFill>
                <a:latin typeface="Calibri"/>
              </a:rPr>
              <a:t>Future Roadmap </a:t>
            </a:r>
            <a:r>
              <a:rPr sz="4000" b="0" i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​</a:t>
            </a:r>
            <a:endParaRPr lang="en-US" sz="400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737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4B23EE-DB10-D134-F427-41082D82EEB0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i="0" u="none" strike="noStrike" baseline="0" dirty="0"/>
              <a:t>Phase 3 — Adaptive Learning </a:t>
            </a:r>
            <a:r>
              <a:rPr lang="en-US" sz="1600" b="1" i="0" dirty="0"/>
              <a:t>​</a:t>
            </a:r>
            <a:endParaRPr lang="en-US" sz="160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Human-validated feedback loop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Production Detection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Security Review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Validated Feedback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Training Dataset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Model Evaluation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Controlled Deployment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False-positive / false-negative analysis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Controlled model retraining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Model versioning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Drift monitoring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endParaRPr lang="en-US" sz="1100" b="0" i="0" dirty="0"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b="1" i="0" u="none" strike="noStrike" baseline="0" dirty="0"/>
              <a:t>Phase 4 — Enterprise AI Security Platform</a:t>
            </a:r>
            <a:r>
              <a:rPr lang="en-US" sz="1600" b="0" i="0" u="none" strike="noStrike" baseline="0" dirty="0"/>
              <a:t>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Centralized security policy engine A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PI gateway for AI agents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SIEM/SOC integration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Real-time security telemetry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Multi-tenant architecture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Model registry &amp; governance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Kubernetes/cloud deployment </a:t>
            </a:r>
            <a:r>
              <a:rPr lang="en-US" sz="1600" b="0" i="0" dirty="0"/>
              <a:t>​</a:t>
            </a:r>
            <a:endParaRPr lang="en-US" sz="1600" b="0" i="0">
              <a:ea typeface="Calibri"/>
              <a:cs typeface="Calibri"/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r>
              <a:rPr lang="en-US" sz="1600" b="0" i="0" u="none" strike="noStrike" baseline="0" dirty="0"/>
              <a:t>Enterprise audit &amp; compliance</a:t>
            </a:r>
            <a:r>
              <a:rPr lang="en-US" sz="1600" b="0" i="0" dirty="0"/>
              <a:t>​</a:t>
            </a:r>
            <a:endParaRPr lang="en-US" sz="1600" b="0" i="0" dirty="0"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Wingdings" panose="020B0604020202020204" pitchFamily="34" charset="0"/>
              <a:buChar char="q"/>
            </a:pPr>
            <a:endParaRPr lang="en-US" sz="110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4EBF0-AF0C-7368-77EF-C485A2962412}"/>
              </a:ext>
            </a:extLst>
          </p:cNvPr>
          <p:cNvSpPr txBox="1"/>
          <p:nvPr/>
        </p:nvSpPr>
        <p:spPr>
          <a:xfrm>
            <a:off x="955343" y="2939955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i="0" u="none" strike="noStrike" baseline="0">
                <a:solidFill>
                  <a:srgbClr val="FFFFFF"/>
                </a:solidFill>
                <a:latin typeface="Calibri"/>
              </a:rPr>
              <a:t>Future Roadmap </a:t>
            </a:r>
            <a:r>
              <a:rPr lang="en-US" sz="4000" b="0" i="0" u="none" strike="noStrike" baseline="0">
                <a:solidFill>
                  <a:srgbClr val="FFFFFF"/>
                </a:solidFill>
                <a:latin typeface="Calibri"/>
              </a:rPr>
              <a:t>​</a:t>
            </a:r>
            <a:r>
              <a:rPr sz="4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68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9CD0A6-ACB4-FE9C-A5DF-4D4DC5DD70F2}"/>
              </a:ext>
            </a:extLst>
          </p:cNvPr>
          <p:cNvSpPr txBox="1"/>
          <p:nvPr/>
        </p:nvSpPr>
        <p:spPr>
          <a:xfrm>
            <a:off x="1386865" y="818984"/>
            <a:ext cx="6596245" cy="326852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5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549</cp:revision>
  <dcterms:created xsi:type="dcterms:W3CDTF">2013-01-27T09:14:16Z</dcterms:created>
  <dcterms:modified xsi:type="dcterms:W3CDTF">2026-10-04T12:17:19Z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6dfe78-8a37-4fb5-b4aa-b92b97e18d15_Enabled">
    <vt:lpwstr>true</vt:lpwstr>
  </property>
  <property fmtid="{D5CDD505-2E9C-101B-9397-08002B2CF9AE}" pid="3" name="MSIP_Label_556dfe78-8a37-4fb5-b4aa-b92b97e18d15_SetDate">
    <vt:lpwstr>2026-10-02T12:14:35Z</vt:lpwstr>
  </property>
  <property fmtid="{D5CDD505-2E9C-101B-9397-08002B2CF9AE}" pid="4" name="MSIP_Label_556dfe78-8a37-4fb5-b4aa-b92b97e18d15_Method">
    <vt:lpwstr>Standard</vt:lpwstr>
  </property>
  <property fmtid="{D5CDD505-2E9C-101B-9397-08002B2CF9AE}" pid="5" name="MSIP_Label_556dfe78-8a37-4fb5-b4aa-b92b97e18d15_Name">
    <vt:lpwstr>Internal</vt:lpwstr>
  </property>
  <property fmtid="{D5CDD505-2E9C-101B-9397-08002B2CF9AE}" pid="6" name="MSIP_Label_556dfe78-8a37-4fb5-b4aa-b92b97e18d15_SiteId">
    <vt:lpwstr>189de737-c93a-4f5a-8b68-6f4ca9941912</vt:lpwstr>
  </property>
  <property fmtid="{D5CDD505-2E9C-101B-9397-08002B2CF9AE}" pid="7" name="MSIP_Label_556dfe78-8a37-4fb5-b4aa-b92b97e18d15_ActionId">
    <vt:lpwstr>b2e76481-353e-4f2c-bf47-e14b809c111d</vt:lpwstr>
  </property>
  <property fmtid="{D5CDD505-2E9C-101B-9397-08002B2CF9AE}" pid="8" name="MSIP_Label_556dfe78-8a37-4fb5-b4aa-b92b97e18d15_ContentBits">
    <vt:lpwstr>1</vt:lpwstr>
  </property>
  <property fmtid="{D5CDD505-2E9C-101B-9397-08002B2CF9AE}" pid="9" name="MSIP_Label_556dfe78-8a37-4fb5-b4aa-b92b97e18d15_Tag">
    <vt:lpwstr>10, 3, 0, 2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Classification: Internal</vt:lpwstr>
  </property>
</Properties>
</file>